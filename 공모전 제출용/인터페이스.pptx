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F4B86-7AAE-410F-965E-29C53EAA5932}" v="1" dt="2023-03-29T08:40:02.504"/>
    <p1510:client id="{13FF742C-92D2-4144-AD91-5CAA14DA7A02}" v="4" dt="2023-04-09T15:51:56.924"/>
    <p1510:client id="{175C7D01-761E-4949-9A50-BEC592B2CCD9}" v="79" dt="2023-04-09T15:59:51.380"/>
    <p1510:client id="{328D9231-8664-4041-AC87-F862919F0E82}" v="796" dt="2023-04-09T11:07:17.269"/>
    <p1510:client id="{740584B6-235C-473A-8D70-9106E52F80E5}" v="55" dt="2023-04-09T15:50:58.061"/>
    <p1510:client id="{8A4AB527-44E7-467F-B3CC-49B025363ABD}" v="43" dt="2023-04-10T11:10:20.418"/>
    <p1510:client id="{EDB48D64-3E70-48B7-9945-1E0B6EBADFAB}" v="503" dt="2023-04-10T04:23:03.189"/>
    <p1510:client id="{EF369C17-83EC-42E7-8E5F-0E7633CFDFA9}" v="7" dt="2023-04-10T11:34:15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민호" userId="S::ptrol123@student.jbnu.ac.kr::891df710-f04a-470f-8d99-7c10490b9dc3" providerId="AD" clId="Web-{740584B6-235C-473A-8D70-9106E52F80E5}"/>
    <pc:docChg chg="addSld delSld modSld">
      <pc:chgData name="박민호" userId="S::ptrol123@student.jbnu.ac.kr::891df710-f04a-470f-8d99-7c10490b9dc3" providerId="AD" clId="Web-{740584B6-235C-473A-8D70-9106E52F80E5}" dt="2023-04-09T15:50:58.061" v="53" actId="1076"/>
      <pc:docMkLst>
        <pc:docMk/>
      </pc:docMkLst>
      <pc:sldChg chg="modSp">
        <pc:chgData name="박민호" userId="S::ptrol123@student.jbnu.ac.kr::891df710-f04a-470f-8d99-7c10490b9dc3" providerId="AD" clId="Web-{740584B6-235C-473A-8D70-9106E52F80E5}" dt="2023-04-09T12:38:47.202" v="21" actId="1076"/>
        <pc:sldMkLst>
          <pc:docMk/>
          <pc:sldMk cId="1077830105" sldId="256"/>
        </pc:sldMkLst>
        <pc:spChg chg="mod">
          <ac:chgData name="박민호" userId="S::ptrol123@student.jbnu.ac.kr::891df710-f04a-470f-8d99-7c10490b9dc3" providerId="AD" clId="Web-{740584B6-235C-473A-8D70-9106E52F80E5}" dt="2023-04-09T12:38:47.093" v="15" actId="1076"/>
          <ac:spMkLst>
            <pc:docMk/>
            <pc:sldMk cId="1077830105" sldId="256"/>
            <ac:spMk id="23" creationId="{E6BD487D-F07B-7132-48B9-4214C4D302E8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7.108" v="16" actId="1076"/>
          <ac:spMkLst>
            <pc:docMk/>
            <pc:sldMk cId="1077830105" sldId="256"/>
            <ac:spMk id="25" creationId="{DB0E3A7C-288A-E841-60A6-7DBC01B7E1BB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7.124" v="17" actId="1076"/>
          <ac:spMkLst>
            <pc:docMk/>
            <pc:sldMk cId="1077830105" sldId="256"/>
            <ac:spMk id="26" creationId="{5C90F979-33D7-C84D-6751-9EBE16F5C22A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7.140" v="18" actId="1076"/>
          <ac:spMkLst>
            <pc:docMk/>
            <pc:sldMk cId="1077830105" sldId="256"/>
            <ac:spMk id="27" creationId="{519B74F5-3E42-279B-BA70-46E60B42698C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7.155" v="19" actId="1076"/>
          <ac:spMkLst>
            <pc:docMk/>
            <pc:sldMk cId="1077830105" sldId="256"/>
            <ac:spMk id="29" creationId="{7A2C5D22-867D-2ABF-7473-3DADA8F16097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7.186" v="20" actId="1076"/>
          <ac:spMkLst>
            <pc:docMk/>
            <pc:sldMk cId="1077830105" sldId="256"/>
            <ac:spMk id="30" creationId="{7772F691-843E-2E0D-2234-279EFD71FA51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33.264" v="7" actId="1076"/>
          <ac:spMkLst>
            <pc:docMk/>
            <pc:sldMk cId="1077830105" sldId="256"/>
            <ac:spMk id="32" creationId="{61E3A369-0371-5DBC-E159-3092C537EA85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33.280" v="8" actId="1076"/>
          <ac:spMkLst>
            <pc:docMk/>
            <pc:sldMk cId="1077830105" sldId="256"/>
            <ac:spMk id="33" creationId="{36C801F5-FF52-8E19-71EF-5C251463BF1D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22.858" v="0" actId="14100"/>
          <ac:spMkLst>
            <pc:docMk/>
            <pc:sldMk cId="1077830105" sldId="256"/>
            <ac:spMk id="42" creationId="{B5DE9534-0EA3-A5A3-56B2-69E985A11902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37.249" v="9" actId="14100"/>
          <ac:spMkLst>
            <pc:docMk/>
            <pc:sldMk cId="1077830105" sldId="256"/>
            <ac:spMk id="69" creationId="{C0E5378E-A2C5-1152-0AE6-146C3AC67765}"/>
          </ac:spMkLst>
        </pc:spChg>
        <pc:spChg chg="mod">
          <ac:chgData name="박민호" userId="S::ptrol123@student.jbnu.ac.kr::891df710-f04a-470f-8d99-7c10490b9dc3" providerId="AD" clId="Web-{740584B6-235C-473A-8D70-9106E52F80E5}" dt="2023-04-09T12:38:41.624" v="11" actId="14100"/>
          <ac:spMkLst>
            <pc:docMk/>
            <pc:sldMk cId="1077830105" sldId="256"/>
            <ac:spMk id="70" creationId="{A7D141A6-ECE9-5E1E-A0D1-0D03FCA5B226}"/>
          </ac:spMkLst>
        </pc:spChg>
        <pc:graphicFrameChg chg="mod">
          <ac:chgData name="박민호" userId="S::ptrol123@student.jbnu.ac.kr::891df710-f04a-470f-8d99-7c10490b9dc3" providerId="AD" clId="Web-{740584B6-235C-473A-8D70-9106E52F80E5}" dt="2023-04-09T12:38:33.217" v="5" actId="1076"/>
          <ac:graphicFrameMkLst>
            <pc:docMk/>
            <pc:sldMk cId="1077830105" sldId="256"/>
            <ac:graphicFrameMk id="17" creationId="{584A38E3-3690-E26A-5EFE-1ED64CBF4FE2}"/>
          </ac:graphicFrameMkLst>
        </pc:graphicFrameChg>
        <pc:graphicFrameChg chg="mod">
          <ac:chgData name="박민호" userId="S::ptrol123@student.jbnu.ac.kr::891df710-f04a-470f-8d99-7c10490b9dc3" providerId="AD" clId="Web-{740584B6-235C-473A-8D70-9106E52F80E5}" dt="2023-04-09T12:38:47.202" v="21" actId="1076"/>
          <ac:graphicFrameMkLst>
            <pc:docMk/>
            <pc:sldMk cId="1077830105" sldId="256"/>
            <ac:graphicFrameMk id="19" creationId="{031D170C-6F2A-7F2B-C9B8-8323269C84CE}"/>
          </ac:graphicFrameMkLst>
        </pc:graphicFrameChg>
        <pc:picChg chg="mod">
          <ac:chgData name="박민호" userId="S::ptrol123@student.jbnu.ac.kr::891df710-f04a-470f-8d99-7c10490b9dc3" providerId="AD" clId="Web-{740584B6-235C-473A-8D70-9106E52F80E5}" dt="2023-04-09T12:38:33.233" v="6" actId="1076"/>
          <ac:picMkLst>
            <pc:docMk/>
            <pc:sldMk cId="1077830105" sldId="256"/>
            <ac:picMk id="7" creationId="{8780EAC1-F10A-9574-0E0C-7BAD644780DD}"/>
          </ac:picMkLst>
        </pc:picChg>
        <pc:picChg chg="mod">
          <ac:chgData name="박민호" userId="S::ptrol123@student.jbnu.ac.kr::891df710-f04a-470f-8d99-7c10490b9dc3" providerId="AD" clId="Web-{740584B6-235C-473A-8D70-9106E52F80E5}" dt="2023-04-09T12:38:47.046" v="12" actId="1076"/>
          <ac:picMkLst>
            <pc:docMk/>
            <pc:sldMk cId="1077830105" sldId="256"/>
            <ac:picMk id="20" creationId="{0CC57E1F-95F2-23B9-7C91-3F547187BCF9}"/>
          </ac:picMkLst>
        </pc:picChg>
        <pc:picChg chg="mod">
          <ac:chgData name="박민호" userId="S::ptrol123@student.jbnu.ac.kr::891df710-f04a-470f-8d99-7c10490b9dc3" providerId="AD" clId="Web-{740584B6-235C-473A-8D70-9106E52F80E5}" dt="2023-04-09T12:38:47.061" v="13" actId="1076"/>
          <ac:picMkLst>
            <pc:docMk/>
            <pc:sldMk cId="1077830105" sldId="256"/>
            <ac:picMk id="21" creationId="{E82FCDAB-A8DF-E200-CA0F-C5DDD5BC8A33}"/>
          </ac:picMkLst>
        </pc:picChg>
        <pc:picChg chg="mod">
          <ac:chgData name="박민호" userId="S::ptrol123@student.jbnu.ac.kr::891df710-f04a-470f-8d99-7c10490b9dc3" providerId="AD" clId="Web-{740584B6-235C-473A-8D70-9106E52F80E5}" dt="2023-04-09T12:38:47.077" v="14" actId="1076"/>
          <ac:picMkLst>
            <pc:docMk/>
            <pc:sldMk cId="1077830105" sldId="256"/>
            <ac:picMk id="22" creationId="{378A0CA4-FA55-768F-6570-76A840B2932E}"/>
          </ac:picMkLst>
        </pc:picChg>
      </pc:sldChg>
      <pc:sldChg chg="addSp modSp add replId">
        <pc:chgData name="박민호" userId="S::ptrol123@student.jbnu.ac.kr::891df710-f04a-470f-8d99-7c10490b9dc3" providerId="AD" clId="Web-{740584B6-235C-473A-8D70-9106E52F80E5}" dt="2023-04-09T15:50:58.061" v="53" actId="1076"/>
        <pc:sldMkLst>
          <pc:docMk/>
          <pc:sldMk cId="2312254861" sldId="257"/>
        </pc:sldMkLst>
        <pc:spChg chg="add mod ord">
          <ac:chgData name="박민호" userId="S::ptrol123@student.jbnu.ac.kr::891df710-f04a-470f-8d99-7c10490b9dc3" providerId="AD" clId="Web-{740584B6-235C-473A-8D70-9106E52F80E5}" dt="2023-04-09T15:01:39.937" v="47" actId="14100"/>
          <ac:spMkLst>
            <pc:docMk/>
            <pc:sldMk cId="2312254861" sldId="257"/>
            <ac:spMk id="2" creationId="{5EC98A84-9F20-0B45-47A6-45B544AB3DF8}"/>
          </ac:spMkLst>
        </pc:spChg>
        <pc:spChg chg="add mod">
          <ac:chgData name="박민호" userId="S::ptrol123@student.jbnu.ac.kr::891df710-f04a-470f-8d99-7c10490b9dc3" providerId="AD" clId="Web-{740584B6-235C-473A-8D70-9106E52F80E5}" dt="2023-04-09T15:50:58.061" v="53" actId="1076"/>
          <ac:spMkLst>
            <pc:docMk/>
            <pc:sldMk cId="2312254861" sldId="257"/>
            <ac:spMk id="3" creationId="{045DBC73-6F4E-688C-C869-3CE5778403A1}"/>
          </ac:spMkLst>
        </pc:spChg>
        <pc:spChg chg="mod">
          <ac:chgData name="박민호" userId="S::ptrol123@student.jbnu.ac.kr::891df710-f04a-470f-8d99-7c10490b9dc3" providerId="AD" clId="Web-{740584B6-235C-473A-8D70-9106E52F80E5}" dt="2023-04-09T15:01:48.187" v="48" actId="14100"/>
          <ac:spMkLst>
            <pc:docMk/>
            <pc:sldMk cId="2312254861" sldId="257"/>
            <ac:spMk id="71" creationId="{E1E30F40-D8A6-CA9A-6C3F-79D1BA768DA8}"/>
          </ac:spMkLst>
        </pc:spChg>
      </pc:sldChg>
      <pc:sldChg chg="del">
        <pc:chgData name="박민호" userId="S::ptrol123@student.jbnu.ac.kr::891df710-f04a-470f-8d99-7c10490b9dc3" providerId="AD" clId="Web-{740584B6-235C-473A-8D70-9106E52F80E5}" dt="2023-04-09T12:38:51.796" v="22"/>
        <pc:sldMkLst>
          <pc:docMk/>
          <pc:sldMk cId="2417717535" sldId="257"/>
        </pc:sldMkLst>
      </pc:sldChg>
    </pc:docChg>
  </pc:docChgLst>
  <pc:docChgLst>
    <pc:chgData name="박민호" userId="S::ptrol123@student.jbnu.ac.kr::891df710-f04a-470f-8d99-7c10490b9dc3" providerId="AD" clId="Web-{8A4AB527-44E7-467F-B3CC-49B025363ABD}"/>
    <pc:docChg chg="modSld">
      <pc:chgData name="박민호" userId="S::ptrol123@student.jbnu.ac.kr::891df710-f04a-470f-8d99-7c10490b9dc3" providerId="AD" clId="Web-{8A4AB527-44E7-467F-B3CC-49B025363ABD}" dt="2023-04-10T11:10:20.418" v="39" actId="20577"/>
      <pc:docMkLst>
        <pc:docMk/>
      </pc:docMkLst>
      <pc:sldChg chg="addSp delSp modSp">
        <pc:chgData name="박민호" userId="S::ptrol123@student.jbnu.ac.kr::891df710-f04a-470f-8d99-7c10490b9dc3" providerId="AD" clId="Web-{8A4AB527-44E7-467F-B3CC-49B025363ABD}" dt="2023-04-10T11:10:20.418" v="39" actId="20577"/>
        <pc:sldMkLst>
          <pc:docMk/>
          <pc:sldMk cId="477286413" sldId="259"/>
        </pc:sldMkLst>
        <pc:spChg chg="add del mod">
          <ac:chgData name="박민호" userId="S::ptrol123@student.jbnu.ac.kr::891df710-f04a-470f-8d99-7c10490b9dc3" providerId="AD" clId="Web-{8A4AB527-44E7-467F-B3CC-49B025363ABD}" dt="2023-04-10T10:58:07.727" v="2"/>
          <ac:spMkLst>
            <pc:docMk/>
            <pc:sldMk cId="477286413" sldId="259"/>
            <ac:spMk id="2" creationId="{84654510-B6E1-62EE-5535-C8A5EA93510D}"/>
          </ac:spMkLst>
        </pc:spChg>
        <pc:spChg chg="add mod">
          <ac:chgData name="박민호" userId="S::ptrol123@student.jbnu.ac.kr::891df710-f04a-470f-8d99-7c10490b9dc3" providerId="AD" clId="Web-{8A4AB527-44E7-467F-B3CC-49B025363ABD}" dt="2023-04-10T11:04:59.207" v="37" actId="20577"/>
          <ac:spMkLst>
            <pc:docMk/>
            <pc:sldMk cId="477286413" sldId="259"/>
            <ac:spMk id="3" creationId="{5CF43B8B-2196-C3F7-544F-0EC3DAA7B668}"/>
          </ac:spMkLst>
        </pc:spChg>
        <pc:spChg chg="add del mod ord">
          <ac:chgData name="박민호" userId="S::ptrol123@student.jbnu.ac.kr::891df710-f04a-470f-8d99-7c10490b9dc3" providerId="AD" clId="Web-{8A4AB527-44E7-467F-B3CC-49B025363ABD}" dt="2023-04-10T10:59:56.464" v="20"/>
          <ac:spMkLst>
            <pc:docMk/>
            <pc:sldMk cId="477286413" sldId="259"/>
            <ac:spMk id="4" creationId="{DFE8714D-3863-F9CF-27C8-7138B99D3100}"/>
          </ac:spMkLst>
        </pc:spChg>
        <pc:spChg chg="add mod ord">
          <ac:chgData name="박민호" userId="S::ptrol123@student.jbnu.ac.kr::891df710-f04a-470f-8d99-7c10490b9dc3" providerId="AD" clId="Web-{8A4AB527-44E7-467F-B3CC-49B025363ABD}" dt="2023-04-10T11:00:17.653" v="25" actId="1076"/>
          <ac:spMkLst>
            <pc:docMk/>
            <pc:sldMk cId="477286413" sldId="259"/>
            <ac:spMk id="5" creationId="{EE470C62-0323-9700-B117-2419D108E562}"/>
          </ac:spMkLst>
        </pc:spChg>
        <pc:spChg chg="add mod ord">
          <ac:chgData name="박민호" userId="S::ptrol123@student.jbnu.ac.kr::891df710-f04a-470f-8d99-7c10490b9dc3" providerId="AD" clId="Web-{8A4AB527-44E7-467F-B3CC-49B025363ABD}" dt="2023-04-10T11:10:20.418" v="39" actId="20577"/>
          <ac:spMkLst>
            <pc:docMk/>
            <pc:sldMk cId="477286413" sldId="259"/>
            <ac:spMk id="6" creationId="{2BAA9BB1-35D6-4DBF-3B56-4F57C32DFFBB}"/>
          </ac:spMkLst>
        </pc:spChg>
        <pc:spChg chg="ord">
          <ac:chgData name="박민호" userId="S::ptrol123@student.jbnu.ac.kr::891df710-f04a-470f-8d99-7c10490b9dc3" providerId="AD" clId="Web-{8A4AB527-44E7-467F-B3CC-49B025363ABD}" dt="2023-04-10T11:00:21.871" v="26"/>
          <ac:spMkLst>
            <pc:docMk/>
            <pc:sldMk cId="477286413" sldId="259"/>
            <ac:spMk id="84" creationId="{8B250AEE-B302-BAA2-7598-256D6AA151A5}"/>
          </ac:spMkLst>
        </pc:spChg>
      </pc:sldChg>
    </pc:docChg>
  </pc:docChgLst>
  <pc:docChgLst>
    <pc:chgData name="박민호" userId="S::ptrol123@student.jbnu.ac.kr::891df710-f04a-470f-8d99-7c10490b9dc3" providerId="AD" clId="Web-{EF369C17-83EC-42E7-8E5F-0E7633CFDFA9}"/>
    <pc:docChg chg="modSld">
      <pc:chgData name="박민호" userId="S::ptrol123@student.jbnu.ac.kr::891df710-f04a-470f-8d99-7c10490b9dc3" providerId="AD" clId="Web-{EF369C17-83EC-42E7-8E5F-0E7633CFDFA9}" dt="2023-04-10T11:34:15.154" v="5" actId="14100"/>
      <pc:docMkLst>
        <pc:docMk/>
      </pc:docMkLst>
      <pc:sldChg chg="addSp modSp">
        <pc:chgData name="박민호" userId="S::ptrol123@student.jbnu.ac.kr::891df710-f04a-470f-8d99-7c10490b9dc3" providerId="AD" clId="Web-{EF369C17-83EC-42E7-8E5F-0E7633CFDFA9}" dt="2023-04-10T11:34:15.154" v="5" actId="14100"/>
        <pc:sldMkLst>
          <pc:docMk/>
          <pc:sldMk cId="477286413" sldId="259"/>
        </pc:sldMkLst>
        <pc:spChg chg="mod">
          <ac:chgData name="박민호" userId="S::ptrol123@student.jbnu.ac.kr::891df710-f04a-470f-8d99-7c10490b9dc3" providerId="AD" clId="Web-{EF369C17-83EC-42E7-8E5F-0E7633CFDFA9}" dt="2023-04-10T11:34:15.154" v="5" actId="14100"/>
          <ac:spMkLst>
            <pc:docMk/>
            <pc:sldMk cId="477286413" sldId="259"/>
            <ac:spMk id="84" creationId="{8B250AEE-B302-BAA2-7598-256D6AA151A5}"/>
          </ac:spMkLst>
        </pc:spChg>
        <pc:picChg chg="add mod">
          <ac:chgData name="박민호" userId="S::ptrol123@student.jbnu.ac.kr::891df710-f04a-470f-8d99-7c10490b9dc3" providerId="AD" clId="Web-{EF369C17-83EC-42E7-8E5F-0E7633CFDFA9}" dt="2023-04-10T11:11:37.214" v="4" actId="1076"/>
          <ac:picMkLst>
            <pc:docMk/>
            <pc:sldMk cId="477286413" sldId="259"/>
            <ac:picMk id="2" creationId="{227FC4CA-7CE4-B0CD-798E-8B6B6912FC91}"/>
          </ac:picMkLst>
        </pc:picChg>
      </pc:sldChg>
    </pc:docChg>
  </pc:docChgLst>
  <pc:docChgLst>
    <pc:chgData name="박민호" userId="S::ptrol123@student.jbnu.ac.kr::891df710-f04a-470f-8d99-7c10490b9dc3" providerId="AD" clId="Web-{175C7D01-761E-4949-9A50-BEC592B2CCD9}"/>
    <pc:docChg chg="modSld">
      <pc:chgData name="박민호" userId="S::ptrol123@student.jbnu.ac.kr::891df710-f04a-470f-8d99-7c10490b9dc3" providerId="AD" clId="Web-{175C7D01-761E-4949-9A50-BEC592B2CCD9}" dt="2023-04-09T15:59:51.380" v="78" actId="1076"/>
      <pc:docMkLst>
        <pc:docMk/>
      </pc:docMkLst>
      <pc:sldChg chg="addSp delSp modSp">
        <pc:chgData name="박민호" userId="S::ptrol123@student.jbnu.ac.kr::891df710-f04a-470f-8d99-7c10490b9dc3" providerId="AD" clId="Web-{175C7D01-761E-4949-9A50-BEC592B2CCD9}" dt="2023-04-09T15:59:51.380" v="78" actId="1076"/>
        <pc:sldMkLst>
          <pc:docMk/>
          <pc:sldMk cId="2312254861" sldId="257"/>
        </pc:sldMkLst>
        <pc:spChg chg="mod">
          <ac:chgData name="박민호" userId="S::ptrol123@student.jbnu.ac.kr::891df710-f04a-470f-8d99-7c10490b9dc3" providerId="AD" clId="Web-{175C7D01-761E-4949-9A50-BEC592B2CCD9}" dt="2023-04-09T15:54:35.573" v="9" actId="1076"/>
          <ac:spMkLst>
            <pc:docMk/>
            <pc:sldMk cId="2312254861" sldId="257"/>
            <ac:spMk id="4" creationId="{FC37A820-5B10-B71A-DE0E-11AE25E6E561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8:47.525" v="36" actId="1076"/>
          <ac:spMkLst>
            <pc:docMk/>
            <pc:sldMk cId="2312254861" sldId="257"/>
            <ac:spMk id="5" creationId="{B42752D6-EC85-46A2-BC91-6E8E93EDF31C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8:30.133" v="35" actId="1076"/>
          <ac:spMkLst>
            <pc:docMk/>
            <pc:sldMk cId="2312254861" sldId="257"/>
            <ac:spMk id="6" creationId="{4623E4EB-46D0-AF1F-D069-021CD66442A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8:25.446" v="34" actId="1076"/>
          <ac:spMkLst>
            <pc:docMk/>
            <pc:sldMk cId="2312254861" sldId="257"/>
            <ac:spMk id="8" creationId="{52B23752-9456-DF10-4392-E3B07948F1F0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7:22.083" v="25" actId="1076"/>
          <ac:spMkLst>
            <pc:docMk/>
            <pc:sldMk cId="2312254861" sldId="257"/>
            <ac:spMk id="9" creationId="{D26D6A51-4159-947D-4E60-26493E240643}"/>
          </ac:spMkLst>
        </pc:spChg>
        <pc:spChg chg="add del mod">
          <ac:chgData name="박민호" userId="S::ptrol123@student.jbnu.ac.kr::891df710-f04a-470f-8d99-7c10490b9dc3" providerId="AD" clId="Web-{175C7D01-761E-4949-9A50-BEC592B2CCD9}" dt="2023-04-09T15:56:54.425" v="18"/>
          <ac:spMkLst>
            <pc:docMk/>
            <pc:sldMk cId="2312254861" sldId="257"/>
            <ac:spMk id="12" creationId="{1F8ECBB9-5E8F-F3B7-7031-BF6CE237F55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7:01.144" v="22" actId="1076"/>
          <ac:spMkLst>
            <pc:docMk/>
            <pc:sldMk cId="2312254861" sldId="257"/>
            <ac:spMk id="13" creationId="{DB82C450-2305-6DB7-5549-1A4B64AAB718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7:01.160" v="23" actId="1076"/>
          <ac:spMkLst>
            <pc:docMk/>
            <pc:sldMk cId="2312254861" sldId="257"/>
            <ac:spMk id="14" creationId="{7EF9C860-4FFF-E9CD-BA7A-40555BF1422B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7:29.317" v="26" actId="1076"/>
          <ac:spMkLst>
            <pc:docMk/>
            <pc:sldMk cId="2312254861" sldId="257"/>
            <ac:spMk id="15" creationId="{6FFBF3E1-39E4-A8F0-EFF3-490F25AF9771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01" v="46" actId="1076"/>
          <ac:spMkLst>
            <pc:docMk/>
            <pc:sldMk cId="2312254861" sldId="257"/>
            <ac:spMk id="16" creationId="{0247617E-0601-1E54-143C-881592A0B5F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17" v="47" actId="1076"/>
          <ac:spMkLst>
            <pc:docMk/>
            <pc:sldMk cId="2312254861" sldId="257"/>
            <ac:spMk id="18" creationId="{57281355-ACEE-E0C2-1FAE-C4227B250627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48" v="48" actId="1076"/>
          <ac:spMkLst>
            <pc:docMk/>
            <pc:sldMk cId="2312254861" sldId="257"/>
            <ac:spMk id="24" creationId="{FBF02320-9594-C70F-258A-D70BC0796636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64" v="49" actId="1076"/>
          <ac:spMkLst>
            <pc:docMk/>
            <pc:sldMk cId="2312254861" sldId="257"/>
            <ac:spMk id="28" creationId="{1119EB32-607E-F9EB-A8EA-B58770F52E1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79" v="50" actId="1076"/>
          <ac:spMkLst>
            <pc:docMk/>
            <pc:sldMk cId="2312254861" sldId="257"/>
            <ac:spMk id="31" creationId="{424D2F2C-D186-382E-27E1-6D7F4E41CB22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395" v="51" actId="1076"/>
          <ac:spMkLst>
            <pc:docMk/>
            <pc:sldMk cId="2312254861" sldId="257"/>
            <ac:spMk id="39" creationId="{F784550A-18D9-2018-8F56-1238C8E0A6E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426" v="52" actId="1076"/>
          <ac:spMkLst>
            <pc:docMk/>
            <pc:sldMk cId="2312254861" sldId="257"/>
            <ac:spMk id="45" creationId="{1C26A840-A9D1-7B39-0DBF-E3ECA8CD9146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442" v="53" actId="1076"/>
          <ac:spMkLst>
            <pc:docMk/>
            <pc:sldMk cId="2312254861" sldId="257"/>
            <ac:spMk id="53" creationId="{C8B0A654-E833-F9E9-41F8-580F96BB6430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33.457" v="54" actId="1076"/>
          <ac:spMkLst>
            <pc:docMk/>
            <pc:sldMk cId="2312254861" sldId="257"/>
            <ac:spMk id="56" creationId="{3B538B92-039C-88EE-2641-FEE914C123E9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6"/>
          <ac:spMkLst>
            <pc:docMk/>
            <pc:sldMk cId="2312254861" sldId="257"/>
            <ac:spMk id="57" creationId="{8DB67B96-CA07-3255-11CA-88C04848E23A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5"/>
          <ac:spMkLst>
            <pc:docMk/>
            <pc:sldMk cId="2312254861" sldId="257"/>
            <ac:spMk id="58" creationId="{AD478640-D796-943B-334A-CC5C009A807E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4"/>
          <ac:spMkLst>
            <pc:docMk/>
            <pc:sldMk cId="2312254861" sldId="257"/>
            <ac:spMk id="59" creationId="{59C421F7-BDF3-A0B8-0907-BCF6E3632AF7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3"/>
          <ac:spMkLst>
            <pc:docMk/>
            <pc:sldMk cId="2312254861" sldId="257"/>
            <ac:spMk id="60" creationId="{90D7EF75-6E0C-3731-7C02-CCCA4136F609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2"/>
          <ac:spMkLst>
            <pc:docMk/>
            <pc:sldMk cId="2312254861" sldId="257"/>
            <ac:spMk id="61" creationId="{293CDAE2-A3E3-6556-FACB-2EC85FCB33D2}"/>
          </ac:spMkLst>
        </pc:spChg>
        <pc:spChg chg="add del">
          <ac:chgData name="박민호" userId="S::ptrol123@student.jbnu.ac.kr::891df710-f04a-470f-8d99-7c10490b9dc3" providerId="AD" clId="Web-{175C7D01-761E-4949-9A50-BEC592B2CCD9}" dt="2023-04-09T15:59:41.161" v="61"/>
          <ac:spMkLst>
            <pc:docMk/>
            <pc:sldMk cId="2312254861" sldId="257"/>
            <ac:spMk id="66" creationId="{0396C06C-7E88-3607-8C79-17018F39605A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287" v="73" actId="1076"/>
          <ac:spMkLst>
            <pc:docMk/>
            <pc:sldMk cId="2312254861" sldId="257"/>
            <ac:spMk id="72" creationId="{53C832AE-6A6A-4E13-6285-DB3CC228F822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302" v="74" actId="1076"/>
          <ac:spMkLst>
            <pc:docMk/>
            <pc:sldMk cId="2312254861" sldId="257"/>
            <ac:spMk id="73" creationId="{EB08ADAE-92E3-0E6B-AF72-81B298DBC1C9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318" v="75" actId="1076"/>
          <ac:spMkLst>
            <pc:docMk/>
            <pc:sldMk cId="2312254861" sldId="257"/>
            <ac:spMk id="74" creationId="{22C639C7-DA3E-59D8-E8E1-6265730849B6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333" v="76" actId="1076"/>
          <ac:spMkLst>
            <pc:docMk/>
            <pc:sldMk cId="2312254861" sldId="257"/>
            <ac:spMk id="75" creationId="{65D0A6FE-E652-028C-050F-4B52DEAF4873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365" v="77" actId="1076"/>
          <ac:spMkLst>
            <pc:docMk/>
            <pc:sldMk cId="2312254861" sldId="257"/>
            <ac:spMk id="76" creationId="{10BD7EDF-A262-1650-43EB-35AC7CB41B7F}"/>
          </ac:spMkLst>
        </pc:spChg>
        <pc:spChg chg="add mod">
          <ac:chgData name="박민호" userId="S::ptrol123@student.jbnu.ac.kr::891df710-f04a-470f-8d99-7c10490b9dc3" providerId="AD" clId="Web-{175C7D01-761E-4949-9A50-BEC592B2CCD9}" dt="2023-04-09T15:59:51.380" v="78" actId="1076"/>
          <ac:spMkLst>
            <pc:docMk/>
            <pc:sldMk cId="2312254861" sldId="257"/>
            <ac:spMk id="77" creationId="{0D0EAB5A-DC28-E7A2-67F1-2DFD81A31DFF}"/>
          </ac:spMkLst>
        </pc:spChg>
        <pc:picChg chg="add mod">
          <ac:chgData name="박민호" userId="S::ptrol123@student.jbnu.ac.kr::891df710-f04a-470f-8d99-7c10490b9dc3" providerId="AD" clId="Web-{175C7D01-761E-4949-9A50-BEC592B2CCD9}" dt="2023-04-09T15:54:59.356" v="15" actId="14100"/>
          <ac:picMkLst>
            <pc:docMk/>
            <pc:sldMk cId="2312254861" sldId="257"/>
            <ac:picMk id="11" creationId="{8EA8C4DB-3F2D-3934-7AE2-AEB0FD3D8FF4}"/>
          </ac:picMkLst>
        </pc:picChg>
      </pc:sldChg>
    </pc:docChg>
  </pc:docChgLst>
  <pc:docChgLst>
    <pc:chgData name="박민호" userId="S::ptrol123@student.jbnu.ac.kr::891df710-f04a-470f-8d99-7c10490b9dc3" providerId="AD" clId="Web-{328D9231-8664-4041-AC87-F862919F0E82}"/>
    <pc:docChg chg="addSld modSld">
      <pc:chgData name="박민호" userId="S::ptrol123@student.jbnu.ac.kr::891df710-f04a-470f-8d99-7c10490b9dc3" providerId="AD" clId="Web-{328D9231-8664-4041-AC87-F862919F0E82}" dt="2023-04-09T11:07:13.784" v="742"/>
      <pc:docMkLst>
        <pc:docMk/>
      </pc:docMkLst>
      <pc:sldChg chg="addSp delSp modSp">
        <pc:chgData name="박민호" userId="S::ptrol123@student.jbnu.ac.kr::891df710-f04a-470f-8d99-7c10490b9dc3" providerId="AD" clId="Web-{328D9231-8664-4041-AC87-F862919F0E82}" dt="2023-04-09T11:06:26.077" v="721" actId="14100"/>
        <pc:sldMkLst>
          <pc:docMk/>
          <pc:sldMk cId="1077830105" sldId="256"/>
        </pc:sldMkLst>
        <pc:spChg chg="del">
          <ac:chgData name="박민호" userId="S::ptrol123@student.jbnu.ac.kr::891df710-f04a-470f-8d99-7c10490b9dc3" providerId="AD" clId="Web-{328D9231-8664-4041-AC87-F862919F0E82}" dt="2023-04-09T08:11:11.862" v="1"/>
          <ac:spMkLst>
            <pc:docMk/>
            <pc:sldMk cId="1077830105" sldId="256"/>
            <ac:spMk id="2" creationId="{0CCB91F6-F1AC-DCDD-2A85-1B70B46C876B}"/>
          </ac:spMkLst>
        </pc:spChg>
        <pc:spChg chg="add del mod ord">
          <ac:chgData name="박민호" userId="S::ptrol123@student.jbnu.ac.kr::891df710-f04a-470f-8d99-7c10490b9dc3" providerId="AD" clId="Web-{328D9231-8664-4041-AC87-F862919F0E82}" dt="2023-04-09T10:31:36.834" v="161"/>
          <ac:spMkLst>
            <pc:docMk/>
            <pc:sldMk cId="1077830105" sldId="256"/>
            <ac:spMk id="2" creationId="{84B3F09F-1E0D-F469-1A5C-8C955565AE65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9"/>
          <ac:spMkLst>
            <pc:docMk/>
            <pc:sldMk cId="1077830105" sldId="256"/>
            <ac:spMk id="3" creationId="{3E5C0FA0-0F71-D3AA-02C6-6DAB4B8E5660}"/>
          </ac:spMkLst>
        </pc:spChg>
        <pc:spChg chg="del">
          <ac:chgData name="박민호" userId="S::ptrol123@student.jbnu.ac.kr::891df710-f04a-470f-8d99-7c10490b9dc3" providerId="AD" clId="Web-{328D9231-8664-4041-AC87-F862919F0E82}" dt="2023-04-09T08:11:11.862" v="0"/>
          <ac:spMkLst>
            <pc:docMk/>
            <pc:sldMk cId="1077830105" sldId="256"/>
            <ac:spMk id="3" creationId="{4DEFE3E9-CF79-AEB8-AFDE-BCED65CDAB3A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740" v="160"/>
          <ac:spMkLst>
            <pc:docMk/>
            <pc:sldMk cId="1077830105" sldId="256"/>
            <ac:spMk id="4" creationId="{B359D45C-CEF8-CD58-1895-8A2165CF4229}"/>
          </ac:spMkLst>
        </pc:spChg>
        <pc:spChg chg="add del">
          <ac:chgData name="박민호" userId="S::ptrol123@student.jbnu.ac.kr::891df710-f04a-470f-8d99-7c10490b9dc3" providerId="AD" clId="Web-{328D9231-8664-4041-AC87-F862919F0E82}" dt="2023-04-09T10:15:06.199" v="42"/>
          <ac:spMkLst>
            <pc:docMk/>
            <pc:sldMk cId="1077830105" sldId="256"/>
            <ac:spMk id="8" creationId="{B37452BC-AC31-04FE-5662-C8178601857E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8"/>
          <ac:spMkLst>
            <pc:docMk/>
            <pc:sldMk cId="1077830105" sldId="256"/>
            <ac:spMk id="9" creationId="{855FE5A0-5181-9FFF-BAB3-B69941488A96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7"/>
          <ac:spMkLst>
            <pc:docMk/>
            <pc:sldMk cId="1077830105" sldId="256"/>
            <ac:spMk id="10" creationId="{0E13F504-4EEE-1605-D782-BA82A07AA227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6"/>
          <ac:spMkLst>
            <pc:docMk/>
            <pc:sldMk cId="1077830105" sldId="256"/>
            <ac:spMk id="11" creationId="{7EF38A10-D30B-9CA7-B578-89BEC26A9CA6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5"/>
          <ac:spMkLst>
            <pc:docMk/>
            <pc:sldMk cId="1077830105" sldId="256"/>
            <ac:spMk id="12" creationId="{698067E5-E2AC-06CF-880E-B74D01BDF1F9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4"/>
          <ac:spMkLst>
            <pc:docMk/>
            <pc:sldMk cId="1077830105" sldId="256"/>
            <ac:spMk id="13" creationId="{0C8FA1DF-2C5C-4194-7DE3-9BE720B27A50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3"/>
          <ac:spMkLst>
            <pc:docMk/>
            <pc:sldMk cId="1077830105" sldId="256"/>
            <ac:spMk id="14" creationId="{17E06FC3-C850-812E-90E2-686E633DF960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2"/>
          <ac:spMkLst>
            <pc:docMk/>
            <pc:sldMk cId="1077830105" sldId="256"/>
            <ac:spMk id="15" creationId="{865121CD-43BE-EEC7-FA43-644E1769BA99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31:35.443" v="151"/>
          <ac:spMkLst>
            <pc:docMk/>
            <pc:sldMk cId="1077830105" sldId="256"/>
            <ac:spMk id="16" creationId="{9FE0933B-7C15-338C-F528-0DB962DBC557}"/>
          </ac:spMkLst>
        </pc:spChg>
        <pc:spChg chg="add mod ord topLvl">
          <ac:chgData name="박민호" userId="S::ptrol123@student.jbnu.ac.kr::891df710-f04a-470f-8d99-7c10490b9dc3" providerId="AD" clId="Web-{328D9231-8664-4041-AC87-F862919F0E82}" dt="2023-04-09T11:03:47.191" v="674" actId="1076"/>
          <ac:spMkLst>
            <pc:docMk/>
            <pc:sldMk cId="1077830105" sldId="256"/>
            <ac:spMk id="23" creationId="{E6BD487D-F07B-7132-48B9-4214C4D302E8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42:20.478" v="353"/>
          <ac:spMkLst>
            <pc:docMk/>
            <pc:sldMk cId="1077830105" sldId="256"/>
            <ac:spMk id="24" creationId="{E172179C-58FB-15DA-EC92-6D52B47CCD0B}"/>
          </ac:spMkLst>
        </pc:spChg>
        <pc:spChg chg="add mod ord topLvl">
          <ac:chgData name="박민호" userId="S::ptrol123@student.jbnu.ac.kr::891df710-f04a-470f-8d99-7c10490b9dc3" providerId="AD" clId="Web-{328D9231-8664-4041-AC87-F862919F0E82}" dt="2023-04-09T11:03:47.191" v="673" actId="1076"/>
          <ac:spMkLst>
            <pc:docMk/>
            <pc:sldMk cId="1077830105" sldId="256"/>
            <ac:spMk id="25" creationId="{DB0E3A7C-288A-E841-60A6-7DBC01B7E1BB}"/>
          </ac:spMkLst>
        </pc:spChg>
        <pc:spChg chg="add mod ord topLvl">
          <ac:chgData name="박민호" userId="S::ptrol123@student.jbnu.ac.kr::891df710-f04a-470f-8d99-7c10490b9dc3" providerId="AD" clId="Web-{328D9231-8664-4041-AC87-F862919F0E82}" dt="2023-04-09T11:03:47.191" v="672" actId="1076"/>
          <ac:spMkLst>
            <pc:docMk/>
            <pc:sldMk cId="1077830105" sldId="256"/>
            <ac:spMk id="26" creationId="{5C90F979-33D7-C84D-6751-9EBE16F5C22A}"/>
          </ac:spMkLst>
        </pc:spChg>
        <pc:spChg chg="add del mod ord topLvl">
          <ac:chgData name="박민호" userId="S::ptrol123@student.jbnu.ac.kr::891df710-f04a-470f-8d99-7c10490b9dc3" providerId="AD" clId="Web-{328D9231-8664-4041-AC87-F862919F0E82}" dt="2023-04-09T11:03:47.191" v="671" actId="1076"/>
          <ac:spMkLst>
            <pc:docMk/>
            <pc:sldMk cId="1077830105" sldId="256"/>
            <ac:spMk id="27" creationId="{519B74F5-3E42-279B-BA70-46E60B42698C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45:14.396" v="390"/>
          <ac:spMkLst>
            <pc:docMk/>
            <pc:sldMk cId="1077830105" sldId="256"/>
            <ac:spMk id="28" creationId="{3FCA8724-8E07-B9CC-1C86-41181FDB0B61}"/>
          </ac:spMkLst>
        </pc:spChg>
        <pc:spChg chg="add mod ord topLvl">
          <ac:chgData name="박민호" userId="S::ptrol123@student.jbnu.ac.kr::891df710-f04a-470f-8d99-7c10490b9dc3" providerId="AD" clId="Web-{328D9231-8664-4041-AC87-F862919F0E82}" dt="2023-04-09T11:03:47.191" v="670" actId="1076"/>
          <ac:spMkLst>
            <pc:docMk/>
            <pc:sldMk cId="1077830105" sldId="256"/>
            <ac:spMk id="29" creationId="{7A2C5D22-867D-2ABF-7473-3DADA8F16097}"/>
          </ac:spMkLst>
        </pc:spChg>
        <pc:spChg chg="add mod ord topLvl">
          <ac:chgData name="박민호" userId="S::ptrol123@student.jbnu.ac.kr::891df710-f04a-470f-8d99-7c10490b9dc3" providerId="AD" clId="Web-{328D9231-8664-4041-AC87-F862919F0E82}" dt="2023-04-09T11:03:47.191" v="669" actId="1076"/>
          <ac:spMkLst>
            <pc:docMk/>
            <pc:sldMk cId="1077830105" sldId="256"/>
            <ac:spMk id="30" creationId="{7772F691-843E-2E0D-2234-279EFD71FA51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0:56:28.778" v="513"/>
          <ac:spMkLst>
            <pc:docMk/>
            <pc:sldMk cId="1077830105" sldId="256"/>
            <ac:spMk id="32" creationId="{61E3A369-0371-5DBC-E159-3092C537EA85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0:56:28.981" v="514"/>
          <ac:spMkLst>
            <pc:docMk/>
            <pc:sldMk cId="1077830105" sldId="256"/>
            <ac:spMk id="33" creationId="{36C801F5-FF52-8E19-71EF-5C251463BF1D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1:03:28.908" v="655" actId="1076"/>
          <ac:spMkLst>
            <pc:docMk/>
            <pc:sldMk cId="1077830105" sldId="256"/>
            <ac:spMk id="34" creationId="{AD435AF7-41F6-6A73-EDCA-4251F1C7E1AB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0:49:48.248" v="434" actId="1076"/>
          <ac:spMkLst>
            <pc:docMk/>
            <pc:sldMk cId="1077830105" sldId="256"/>
            <ac:spMk id="35" creationId="{B4DCD0B1-8457-896D-79DD-7E049895B76E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1:01:40.792" v="608"/>
          <ac:spMkLst>
            <pc:docMk/>
            <pc:sldMk cId="1077830105" sldId="256"/>
            <ac:spMk id="36" creationId="{45763310-3B48-3215-4282-E5FC4BDBB37D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0:58:21.599" v="549" actId="1076"/>
          <ac:spMkLst>
            <pc:docMk/>
            <pc:sldMk cId="1077830105" sldId="256"/>
            <ac:spMk id="41" creationId="{CBFC1C94-9F73-2B67-24AC-C83C1FF72B6D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1:02:07.590" v="629"/>
          <ac:spMkLst>
            <pc:docMk/>
            <pc:sldMk cId="1077830105" sldId="256"/>
            <ac:spMk id="42" creationId="{B5DE9534-0EA3-A5A3-56B2-69E985A11902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1:04:04.489" v="680" actId="1076"/>
          <ac:spMkLst>
            <pc:docMk/>
            <pc:sldMk cId="1077830105" sldId="256"/>
            <ac:spMk id="43" creationId="{2009687C-C02B-82EC-FF37-E0C2C1B28733}"/>
          </ac:spMkLst>
        </pc:spChg>
        <pc:spChg chg="add mod ord">
          <ac:chgData name="박민호" userId="S::ptrol123@student.jbnu.ac.kr::891df710-f04a-470f-8d99-7c10490b9dc3" providerId="AD" clId="Web-{328D9231-8664-4041-AC87-F862919F0E82}" dt="2023-04-09T11:02:25.810" v="643"/>
          <ac:spMkLst>
            <pc:docMk/>
            <pc:sldMk cId="1077830105" sldId="256"/>
            <ac:spMk id="44" creationId="{7C8DBAD3-B741-0B00-83F1-51DC0A01ADFD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0:57:07.796" v="522"/>
          <ac:spMkLst>
            <pc:docMk/>
            <pc:sldMk cId="1077830105" sldId="256"/>
            <ac:spMk id="45" creationId="{A5C0AC4F-A152-747E-6FF9-CC7DBFB5742E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3:28.908" v="653" actId="1076"/>
          <ac:spMkLst>
            <pc:docMk/>
            <pc:sldMk cId="1077830105" sldId="256"/>
            <ac:spMk id="46" creationId="{03952373-38FA-330D-B967-89E3655628D7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3:28.908" v="652" actId="1076"/>
          <ac:spMkLst>
            <pc:docMk/>
            <pc:sldMk cId="1077830105" sldId="256"/>
            <ac:spMk id="47" creationId="{B068F0CC-824F-02B1-2A76-8FAA62A546DF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0:58:06.895" v="542" actId="1076"/>
          <ac:spMkLst>
            <pc:docMk/>
            <pc:sldMk cId="1077830105" sldId="256"/>
            <ac:spMk id="48" creationId="{26F83852-5809-55F6-BAE7-2A452DDF4D7A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0:58:18.458" v="548" actId="1076"/>
          <ac:spMkLst>
            <pc:docMk/>
            <pc:sldMk cId="1077830105" sldId="256"/>
            <ac:spMk id="49" creationId="{C8BA09DB-E3C3-3AC2-BAB8-AB297DCEA747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0:58:39.632" v="555" actId="14100"/>
          <ac:spMkLst>
            <pc:docMk/>
            <pc:sldMk cId="1077830105" sldId="256"/>
            <ac:spMk id="51" creationId="{9A90D0EB-6952-E19D-D97D-C382DA49C889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0:04.575" v="570" actId="1076"/>
          <ac:spMkLst>
            <pc:docMk/>
            <pc:sldMk cId="1077830105" sldId="256"/>
            <ac:spMk id="54" creationId="{66FB7750-A348-BB8E-9924-5BC1C8B50CFB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1:00:12.419" v="574"/>
          <ac:spMkLst>
            <pc:docMk/>
            <pc:sldMk cId="1077830105" sldId="256"/>
            <ac:spMk id="57" creationId="{C7FE5FF0-8B0B-FD0C-DC2C-6A521BBC6645}"/>
          </ac:spMkLst>
        </pc:spChg>
        <pc:spChg chg="add del mod">
          <ac:chgData name="박민호" userId="S::ptrol123@student.jbnu.ac.kr::891df710-f04a-470f-8d99-7c10490b9dc3" providerId="AD" clId="Web-{328D9231-8664-4041-AC87-F862919F0E82}" dt="2023-04-09T11:00:22.721" v="577"/>
          <ac:spMkLst>
            <pc:docMk/>
            <pc:sldMk cId="1077830105" sldId="256"/>
            <ac:spMk id="59" creationId="{BB0C0936-6FC3-71DA-CDDC-FC791643D1F5}"/>
          </ac:spMkLst>
        </pc:spChg>
        <pc:spChg chg="add del">
          <ac:chgData name="박민호" userId="S::ptrol123@student.jbnu.ac.kr::891df710-f04a-470f-8d99-7c10490b9dc3" providerId="AD" clId="Web-{328D9231-8664-4041-AC87-F862919F0E82}" dt="2023-04-09T11:00:35.643" v="579"/>
          <ac:spMkLst>
            <pc:docMk/>
            <pc:sldMk cId="1077830105" sldId="256"/>
            <ac:spMk id="60" creationId="{DD3D885A-0B33-A84B-8C76-15521717D9EC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0:54.523" v="589" actId="1076"/>
          <ac:spMkLst>
            <pc:docMk/>
            <pc:sldMk cId="1077830105" sldId="256"/>
            <ac:spMk id="62" creationId="{53CDB58A-542F-A23E-3B75-4125ECEC032B}"/>
          </ac:spMkLst>
        </pc:spChg>
        <pc:spChg chg="mod">
          <ac:chgData name="박민호" userId="S::ptrol123@student.jbnu.ac.kr::891df710-f04a-470f-8d99-7c10490b9dc3" providerId="AD" clId="Web-{328D9231-8664-4041-AC87-F862919F0E82}" dt="2023-04-09T11:03:09.891" v="646" actId="20577"/>
          <ac:spMkLst>
            <pc:docMk/>
            <pc:sldMk cId="1077830105" sldId="256"/>
            <ac:spMk id="65" creationId="{3112E17E-BAD7-03D1-92BE-ECB432523EC2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4:31.866" v="686" actId="20577"/>
          <ac:spMkLst>
            <pc:docMk/>
            <pc:sldMk cId="1077830105" sldId="256"/>
            <ac:spMk id="67" creationId="{D54ABBA3-10A5-99A4-4C9B-DDD49B293930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4:56.211" v="691" actId="1076"/>
          <ac:spMkLst>
            <pc:docMk/>
            <pc:sldMk cId="1077830105" sldId="256"/>
            <ac:spMk id="69" creationId="{C0E5378E-A2C5-1152-0AE6-146C3AC67765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5:06.509" v="696" actId="1076"/>
          <ac:spMkLst>
            <pc:docMk/>
            <pc:sldMk cId="1077830105" sldId="256"/>
            <ac:spMk id="70" creationId="{A7D141A6-ECE9-5E1E-A0D1-0D03FCA5B226}"/>
          </ac:spMkLst>
        </pc:spChg>
        <pc:spChg chg="add mod">
          <ac:chgData name="박민호" userId="S::ptrol123@student.jbnu.ac.kr::891df710-f04a-470f-8d99-7c10490b9dc3" providerId="AD" clId="Web-{328D9231-8664-4041-AC87-F862919F0E82}" dt="2023-04-09T11:06:26.077" v="721" actId="14100"/>
          <ac:spMkLst>
            <pc:docMk/>
            <pc:sldMk cId="1077830105" sldId="256"/>
            <ac:spMk id="71" creationId="{E1E30F40-D8A6-CA9A-6C3F-79D1BA768DA8}"/>
          </ac:spMkLst>
        </pc:spChg>
        <pc:grpChg chg="add del">
          <ac:chgData name="박민호" userId="S::ptrol123@student.jbnu.ac.kr::891df710-f04a-470f-8d99-7c10490b9dc3" providerId="AD" clId="Web-{328D9231-8664-4041-AC87-F862919F0E82}" dt="2023-04-09T10:47:00.204" v="412"/>
          <ac:grpSpMkLst>
            <pc:docMk/>
            <pc:sldMk cId="1077830105" sldId="256"/>
            <ac:grpSpMk id="31" creationId="{3AA48AB3-88B1-E25C-2144-57A28D1BF6E8}"/>
          </ac:grpSpMkLst>
        </pc:grpChg>
        <pc:grpChg chg="add mod">
          <ac:chgData name="박민호" userId="S::ptrol123@student.jbnu.ac.kr::891df710-f04a-470f-8d99-7c10490b9dc3" providerId="AD" clId="Web-{328D9231-8664-4041-AC87-F862919F0E82}" dt="2023-04-09T11:02:33.998" v="645" actId="1076"/>
          <ac:grpSpMkLst>
            <pc:docMk/>
            <pc:sldMk cId="1077830105" sldId="256"/>
            <ac:grpSpMk id="50" creationId="{4CA8DA3A-09BB-ABA1-0AC4-AF9316686640}"/>
          </ac:grpSpMkLst>
        </pc:grpChg>
        <pc:grpChg chg="add">
          <ac:chgData name="박민호" userId="S::ptrol123@student.jbnu.ac.kr::891df710-f04a-470f-8d99-7c10490b9dc3" providerId="AD" clId="Web-{328D9231-8664-4041-AC87-F862919F0E82}" dt="2023-04-09T11:00:07.935" v="571"/>
          <ac:grpSpMkLst>
            <pc:docMk/>
            <pc:sldMk cId="1077830105" sldId="256"/>
            <ac:grpSpMk id="55" creationId="{CD081C8D-81B2-7E70-07F0-8666B9411A61}"/>
          </ac:grpSpMkLst>
        </pc:grpChg>
        <pc:grpChg chg="add mod ord">
          <ac:chgData name="박민호" userId="S::ptrol123@student.jbnu.ac.kr::891df710-f04a-470f-8d99-7c10490b9dc3" providerId="AD" clId="Web-{328D9231-8664-4041-AC87-F862919F0E82}" dt="2023-04-09T11:04:23.678" v="683" actId="1076"/>
          <ac:grpSpMkLst>
            <pc:docMk/>
            <pc:sldMk cId="1077830105" sldId="256"/>
            <ac:grpSpMk id="63" creationId="{E1F52FB0-F262-39E2-3439-A047F593B82B}"/>
          </ac:grpSpMkLst>
        </pc:grpChg>
        <pc:grpChg chg="add mod">
          <ac:chgData name="박민호" userId="S::ptrol123@student.jbnu.ac.kr::891df710-f04a-470f-8d99-7c10490b9dc3" providerId="AD" clId="Web-{328D9231-8664-4041-AC87-F862919F0E82}" dt="2023-04-09T11:04:44.851" v="688" actId="1076"/>
          <ac:grpSpMkLst>
            <pc:docMk/>
            <pc:sldMk cId="1077830105" sldId="256"/>
            <ac:grpSpMk id="68" creationId="{D9B3F2D7-8EC8-0DEF-BBB2-D459AE0B8350}"/>
          </ac:grpSpMkLst>
        </pc:grpChg>
        <pc:graphicFrameChg chg="add mod ord modGraphic">
          <ac:chgData name="박민호" userId="S::ptrol123@student.jbnu.ac.kr::891df710-f04a-470f-8d99-7c10490b9dc3" providerId="AD" clId="Web-{328D9231-8664-4041-AC87-F862919F0E82}" dt="2023-04-09T10:56:28.371" v="511"/>
          <ac:graphicFrameMkLst>
            <pc:docMk/>
            <pc:sldMk cId="1077830105" sldId="256"/>
            <ac:graphicFrameMk id="17" creationId="{584A38E3-3690-E26A-5EFE-1ED64CBF4FE2}"/>
          </ac:graphicFrameMkLst>
        </pc:graphicFrameChg>
        <pc:graphicFrameChg chg="add del mod modGraphic">
          <ac:chgData name="박민호" userId="S::ptrol123@student.jbnu.ac.kr::891df710-f04a-470f-8d99-7c10490b9dc3" providerId="AD" clId="Web-{328D9231-8664-4041-AC87-F862919F0E82}" dt="2023-04-09T10:36:18.266" v="296"/>
          <ac:graphicFrameMkLst>
            <pc:docMk/>
            <pc:sldMk cId="1077830105" sldId="256"/>
            <ac:graphicFrameMk id="18" creationId="{43E4B6B9-16CD-B68A-9F3F-4032D397B68B}"/>
          </ac:graphicFrameMkLst>
        </pc:graphicFrameChg>
        <pc:graphicFrameChg chg="add mod ord modGraphic">
          <ac:chgData name="박민호" userId="S::ptrol123@student.jbnu.ac.kr::891df710-f04a-470f-8d99-7c10490b9dc3" providerId="AD" clId="Web-{328D9231-8664-4041-AC87-F862919F0E82}" dt="2023-04-09T11:03:47.191" v="668" actId="1076"/>
          <ac:graphicFrameMkLst>
            <pc:docMk/>
            <pc:sldMk cId="1077830105" sldId="256"/>
            <ac:graphicFrameMk id="19" creationId="{031D170C-6F2A-7F2B-C9B8-8323269C84CE}"/>
          </ac:graphicFrameMkLst>
        </pc:graphicFrameChg>
        <pc:picChg chg="add del mod modCrop">
          <ac:chgData name="박민호" userId="S::ptrol123@student.jbnu.ac.kr::891df710-f04a-470f-8d99-7c10490b9dc3" providerId="AD" clId="Web-{328D9231-8664-4041-AC87-F862919F0E82}" dt="2023-04-09T10:11:30.261" v="32"/>
          <ac:picMkLst>
            <pc:docMk/>
            <pc:sldMk cId="1077830105" sldId="256"/>
            <ac:picMk id="5" creationId="{58787EA5-86F1-2F89-9CC0-ACA3C2D508B6}"/>
          </ac:picMkLst>
        </pc:picChg>
        <pc:picChg chg="add del mod">
          <ac:chgData name="박민호" userId="S::ptrol123@student.jbnu.ac.kr::891df710-f04a-470f-8d99-7c10490b9dc3" providerId="AD" clId="Web-{328D9231-8664-4041-AC87-F862919F0E82}" dt="2023-04-09T10:12:49.751" v="34"/>
          <ac:picMkLst>
            <pc:docMk/>
            <pc:sldMk cId="1077830105" sldId="256"/>
            <ac:picMk id="6" creationId="{A8A46783-E895-02C7-ED10-49D20740C074}"/>
          </ac:picMkLst>
        </pc:picChg>
        <pc:picChg chg="add del mod ord modCrop">
          <ac:chgData name="박민호" userId="S::ptrol123@student.jbnu.ac.kr::891df710-f04a-470f-8d99-7c10490b9dc3" providerId="AD" clId="Web-{328D9231-8664-4041-AC87-F862919F0E82}" dt="2023-04-09T10:56:28.574" v="512"/>
          <ac:picMkLst>
            <pc:docMk/>
            <pc:sldMk cId="1077830105" sldId="256"/>
            <ac:picMk id="7" creationId="{8780EAC1-F10A-9574-0E0C-7BAD644780DD}"/>
          </ac:picMkLst>
        </pc:picChg>
        <pc:picChg chg="add mod ord topLvl modCrop">
          <ac:chgData name="박민호" userId="S::ptrol123@student.jbnu.ac.kr::891df710-f04a-470f-8d99-7c10490b9dc3" providerId="AD" clId="Web-{328D9231-8664-4041-AC87-F862919F0E82}" dt="2023-04-09T11:03:47.191" v="677" actId="1076"/>
          <ac:picMkLst>
            <pc:docMk/>
            <pc:sldMk cId="1077830105" sldId="256"/>
            <ac:picMk id="20" creationId="{0CC57E1F-95F2-23B9-7C91-3F547187BCF9}"/>
          </ac:picMkLst>
        </pc:picChg>
        <pc:picChg chg="add mod ord topLvl">
          <ac:chgData name="박민호" userId="S::ptrol123@student.jbnu.ac.kr::891df710-f04a-470f-8d99-7c10490b9dc3" providerId="AD" clId="Web-{328D9231-8664-4041-AC87-F862919F0E82}" dt="2023-04-09T11:03:47.191" v="676" actId="1076"/>
          <ac:picMkLst>
            <pc:docMk/>
            <pc:sldMk cId="1077830105" sldId="256"/>
            <ac:picMk id="21" creationId="{E82FCDAB-A8DF-E200-CA0F-C5DDD5BC8A33}"/>
          </ac:picMkLst>
        </pc:picChg>
        <pc:picChg chg="add mod ord topLvl">
          <ac:chgData name="박민호" userId="S::ptrol123@student.jbnu.ac.kr::891df710-f04a-470f-8d99-7c10490b9dc3" providerId="AD" clId="Web-{328D9231-8664-4041-AC87-F862919F0E82}" dt="2023-04-09T11:03:47.191" v="675" actId="1076"/>
          <ac:picMkLst>
            <pc:docMk/>
            <pc:sldMk cId="1077830105" sldId="256"/>
            <ac:picMk id="22" creationId="{378A0CA4-FA55-768F-6570-76A840B2932E}"/>
          </ac:picMkLst>
        </pc:picChg>
        <pc:picChg chg="add mod ord">
          <ac:chgData name="박민호" userId="S::ptrol123@student.jbnu.ac.kr::891df710-f04a-470f-8d99-7c10490b9dc3" providerId="AD" clId="Web-{328D9231-8664-4041-AC87-F862919F0E82}" dt="2023-04-09T10:54:40.598" v="472"/>
          <ac:picMkLst>
            <pc:docMk/>
            <pc:sldMk cId="1077830105" sldId="256"/>
            <ac:picMk id="37" creationId="{8C2437D8-3875-9885-6546-80B7C92C0AFE}"/>
          </ac:picMkLst>
        </pc:picChg>
        <pc:picChg chg="add mod">
          <ac:chgData name="박민호" userId="S::ptrol123@student.jbnu.ac.kr::891df710-f04a-470f-8d99-7c10490b9dc3" providerId="AD" clId="Web-{328D9231-8664-4041-AC87-F862919F0E82}" dt="2023-04-09T11:03:28.908" v="654" actId="1076"/>
          <ac:picMkLst>
            <pc:docMk/>
            <pc:sldMk cId="1077830105" sldId="256"/>
            <ac:picMk id="38" creationId="{4F339F99-806F-3590-2654-DB59F7FD63D0}"/>
          </ac:picMkLst>
        </pc:picChg>
        <pc:picChg chg="add del mod">
          <ac:chgData name="박민호" userId="S::ptrol123@student.jbnu.ac.kr::891df710-f04a-470f-8d99-7c10490b9dc3" providerId="AD" clId="Web-{328D9231-8664-4041-AC87-F862919F0E82}" dt="2023-04-09T10:52:50.230" v="455"/>
          <ac:picMkLst>
            <pc:docMk/>
            <pc:sldMk cId="1077830105" sldId="256"/>
            <ac:picMk id="39" creationId="{6E09400D-8574-9E94-1645-C7D041F50043}"/>
          </ac:picMkLst>
        </pc:picChg>
        <pc:picChg chg="add mod">
          <ac:chgData name="박민호" userId="S::ptrol123@student.jbnu.ac.kr::891df710-f04a-470f-8d99-7c10490b9dc3" providerId="AD" clId="Web-{328D9231-8664-4041-AC87-F862919F0E82}" dt="2023-04-09T10:56:47.123" v="515" actId="1076"/>
          <ac:picMkLst>
            <pc:docMk/>
            <pc:sldMk cId="1077830105" sldId="256"/>
            <ac:picMk id="40" creationId="{89C5F0A3-200D-85F4-586E-CF8F4895DA52}"/>
          </ac:picMkLst>
        </pc:picChg>
        <pc:picChg chg="add mod">
          <ac:chgData name="박민호" userId="S::ptrol123@student.jbnu.ac.kr::891df710-f04a-470f-8d99-7c10490b9dc3" providerId="AD" clId="Web-{328D9231-8664-4041-AC87-F862919F0E82}" dt="2023-04-09T10:59:38.745" v="561" actId="1076"/>
          <ac:picMkLst>
            <pc:docMk/>
            <pc:sldMk cId="1077830105" sldId="256"/>
            <ac:picMk id="52" creationId="{93309B4A-D318-B4D6-6BD0-AAD471EB2CA2}"/>
          </ac:picMkLst>
        </pc:picChg>
      </pc:sldChg>
      <pc:sldChg chg="modSp add replId">
        <pc:chgData name="박민호" userId="S::ptrol123@student.jbnu.ac.kr::891df710-f04a-470f-8d99-7c10490b9dc3" providerId="AD" clId="Web-{328D9231-8664-4041-AC87-F862919F0E82}" dt="2023-04-09T11:07:13.784" v="742"/>
        <pc:sldMkLst>
          <pc:docMk/>
          <pc:sldMk cId="2417717535" sldId="257"/>
        </pc:sldMkLst>
        <pc:spChg chg="mod">
          <ac:chgData name="박민호" userId="S::ptrol123@student.jbnu.ac.kr::891df710-f04a-470f-8d99-7c10490b9dc3" providerId="AD" clId="Web-{328D9231-8664-4041-AC87-F862919F0E82}" dt="2023-04-09T11:06:51.282" v="728" actId="20577"/>
          <ac:spMkLst>
            <pc:docMk/>
            <pc:sldMk cId="2417717535" sldId="257"/>
            <ac:spMk id="71" creationId="{E1E30F40-D8A6-CA9A-6C3F-79D1BA768DA8}"/>
          </ac:spMkLst>
        </pc:spChg>
        <pc:graphicFrameChg chg="mod modGraphic">
          <ac:chgData name="박민호" userId="S::ptrol123@student.jbnu.ac.kr::891df710-f04a-470f-8d99-7c10490b9dc3" providerId="AD" clId="Web-{328D9231-8664-4041-AC87-F862919F0E82}" dt="2023-04-09T11:07:13.784" v="742"/>
          <ac:graphicFrameMkLst>
            <pc:docMk/>
            <pc:sldMk cId="2417717535" sldId="257"/>
            <ac:graphicFrameMk id="17" creationId="{584A38E3-3690-E26A-5EFE-1ED64CBF4FE2}"/>
          </ac:graphicFrameMkLst>
        </pc:graphicFrameChg>
      </pc:sldChg>
    </pc:docChg>
  </pc:docChgLst>
  <pc:docChgLst>
    <pc:chgData name="박민호" userId="S::ptrol123@student.jbnu.ac.kr::891df710-f04a-470f-8d99-7c10490b9dc3" providerId="AD" clId="Web-{EDB48D64-3E70-48B7-9945-1E0B6EBADFAB}"/>
    <pc:docChg chg="addSld modSld sldOrd">
      <pc:chgData name="박민호" userId="S::ptrol123@student.jbnu.ac.kr::891df710-f04a-470f-8d99-7c10490b9dc3" providerId="AD" clId="Web-{EDB48D64-3E70-48B7-9945-1E0B6EBADFAB}" dt="2023-04-10T04:23:03.189" v="440"/>
      <pc:docMkLst>
        <pc:docMk/>
      </pc:docMkLst>
      <pc:sldChg chg="modSp">
        <pc:chgData name="박민호" userId="S::ptrol123@student.jbnu.ac.kr::891df710-f04a-470f-8d99-7c10490b9dc3" providerId="AD" clId="Web-{EDB48D64-3E70-48B7-9945-1E0B6EBADFAB}" dt="2023-04-10T04:10:36.784" v="324"/>
        <pc:sldMkLst>
          <pc:docMk/>
          <pc:sldMk cId="1077830105" sldId="256"/>
        </pc:sldMkLst>
        <pc:graphicFrameChg chg="mod modGraphic">
          <ac:chgData name="박민호" userId="S::ptrol123@student.jbnu.ac.kr::891df710-f04a-470f-8d99-7c10490b9dc3" providerId="AD" clId="Web-{EDB48D64-3E70-48B7-9945-1E0B6EBADFAB}" dt="2023-04-10T04:10:36.784" v="324"/>
          <ac:graphicFrameMkLst>
            <pc:docMk/>
            <pc:sldMk cId="1077830105" sldId="256"/>
            <ac:graphicFrameMk id="17" creationId="{584A38E3-3690-E26A-5EFE-1ED64CBF4FE2}"/>
          </ac:graphicFrameMkLst>
        </pc:graphicFrameChg>
      </pc:sldChg>
      <pc:sldChg chg="addSp delSp modSp">
        <pc:chgData name="박민호" userId="S::ptrol123@student.jbnu.ac.kr::891df710-f04a-470f-8d99-7c10490b9dc3" providerId="AD" clId="Web-{EDB48D64-3E70-48B7-9945-1E0B6EBADFAB}" dt="2023-04-10T04:18:47.501" v="426"/>
        <pc:sldMkLst>
          <pc:docMk/>
          <pc:sldMk cId="2312254861" sldId="257"/>
        </pc:sldMkLst>
        <pc:spChg chg="mod">
          <ac:chgData name="박민호" userId="S::ptrol123@student.jbnu.ac.kr::891df710-f04a-470f-8d99-7c10490b9dc3" providerId="AD" clId="Web-{EDB48D64-3E70-48B7-9945-1E0B6EBADFAB}" dt="2023-04-10T03:56:10.701" v="94" actId="20577"/>
          <ac:spMkLst>
            <pc:docMk/>
            <pc:sldMk cId="2312254861" sldId="257"/>
            <ac:spMk id="3" creationId="{045DBC73-6F4E-688C-C869-3CE5778403A1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5:49.449" v="77"/>
          <ac:spMkLst>
            <pc:docMk/>
            <pc:sldMk cId="2312254861" sldId="257"/>
            <ac:spMk id="4" creationId="{FC37A820-5B10-B71A-DE0E-11AE25E6E561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6:13.638" v="99" actId="20577"/>
          <ac:spMkLst>
            <pc:docMk/>
            <pc:sldMk cId="2312254861" sldId="257"/>
            <ac:spMk id="5" creationId="{B42752D6-EC85-46A2-BC91-6E8E93EDF31C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6:20.404" v="104" actId="20577"/>
          <ac:spMkLst>
            <pc:docMk/>
            <pc:sldMk cId="2312254861" sldId="257"/>
            <ac:spMk id="6" creationId="{4623E4EB-46D0-AF1F-D069-021CD66442A3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5:56.872" v="87" actId="20577"/>
          <ac:spMkLst>
            <pc:docMk/>
            <pc:sldMk cId="2312254861" sldId="257"/>
            <ac:spMk id="8" creationId="{52B23752-9456-DF10-4392-E3B07948F1F0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6:07.247" v="92" actId="20577"/>
          <ac:spMkLst>
            <pc:docMk/>
            <pc:sldMk cId="2312254861" sldId="257"/>
            <ac:spMk id="9" creationId="{D26D6A51-4159-947D-4E60-26493E240643}"/>
          </ac:spMkLst>
        </pc:spChg>
        <pc:spChg chg="add mod ord">
          <ac:chgData name="박민호" userId="S::ptrol123@student.jbnu.ac.kr::891df710-f04a-470f-8d99-7c10490b9dc3" providerId="AD" clId="Web-{EDB48D64-3E70-48B7-9945-1E0B6EBADFAB}" dt="2023-04-10T03:20:10.583" v="41" actId="14100"/>
          <ac:spMkLst>
            <pc:docMk/>
            <pc:sldMk cId="2312254861" sldId="257"/>
            <ac:spMk id="12" creationId="{AE68D97F-F527-3AEB-BEF6-57F07C035324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7:28.190" v="112" actId="20577"/>
          <ac:spMkLst>
            <pc:docMk/>
            <pc:sldMk cId="2312254861" sldId="257"/>
            <ac:spMk id="13" creationId="{DB82C450-2305-6DB7-5549-1A4B64AAB718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6:00.184" v="88" actId="20577"/>
          <ac:spMkLst>
            <pc:docMk/>
            <pc:sldMk cId="2312254861" sldId="257"/>
            <ac:spMk id="14" creationId="{7EF9C860-4FFF-E9CD-BA7A-40555BF1422B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6:29.749" v="106" actId="20577"/>
          <ac:spMkLst>
            <pc:docMk/>
            <pc:sldMk cId="2312254861" sldId="257"/>
            <ac:spMk id="15" creationId="{6FFBF3E1-39E4-A8F0-EFF3-490F25AF9771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221" v="18" actId="1076"/>
          <ac:spMkLst>
            <pc:docMk/>
            <pc:sldMk cId="2312254861" sldId="257"/>
            <ac:spMk id="16" creationId="{0247617E-0601-1E54-143C-881592A0B5F3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253" v="19" actId="1076"/>
          <ac:spMkLst>
            <pc:docMk/>
            <pc:sldMk cId="2312254861" sldId="257"/>
            <ac:spMk id="18" creationId="{57281355-ACEE-E0C2-1FAE-C4227B250627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268" v="20" actId="1076"/>
          <ac:spMkLst>
            <pc:docMk/>
            <pc:sldMk cId="2312254861" sldId="257"/>
            <ac:spMk id="24" creationId="{FBF02320-9594-C70F-258A-D70BC0796636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299" v="21" actId="1076"/>
          <ac:spMkLst>
            <pc:docMk/>
            <pc:sldMk cId="2312254861" sldId="257"/>
            <ac:spMk id="28" creationId="{1119EB32-607E-F9EB-A8EA-B58770F52E13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331" v="22" actId="1076"/>
          <ac:spMkLst>
            <pc:docMk/>
            <pc:sldMk cId="2312254861" sldId="257"/>
            <ac:spMk id="31" creationId="{424D2F2C-D186-382E-27E1-6D7F4E41CB22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346" v="23" actId="1076"/>
          <ac:spMkLst>
            <pc:docMk/>
            <pc:sldMk cId="2312254861" sldId="257"/>
            <ac:spMk id="39" creationId="{F784550A-18D9-2018-8F56-1238C8E0A6E3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5:43.762" v="75" actId="1076"/>
          <ac:spMkLst>
            <pc:docMk/>
            <pc:sldMk cId="2312254861" sldId="257"/>
            <ac:spMk id="42" creationId="{B5DE9534-0EA3-A5A3-56B2-69E985A11902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378" v="24" actId="1076"/>
          <ac:spMkLst>
            <pc:docMk/>
            <pc:sldMk cId="2312254861" sldId="257"/>
            <ac:spMk id="45" creationId="{1C26A840-A9D1-7B39-0DBF-E3ECA8CD9146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393" v="25" actId="1076"/>
          <ac:spMkLst>
            <pc:docMk/>
            <pc:sldMk cId="2312254861" sldId="257"/>
            <ac:spMk id="53" creationId="{C8B0A654-E833-F9E9-41F8-580F96BB6430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424" v="26" actId="1076"/>
          <ac:spMkLst>
            <pc:docMk/>
            <pc:sldMk cId="2312254861" sldId="257"/>
            <ac:spMk id="56" creationId="{3B538B92-039C-88EE-2641-FEE914C123E9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0:04.054" v="46"/>
          <ac:spMkLst>
            <pc:docMk/>
            <pc:sldMk cId="2312254861" sldId="257"/>
            <ac:spMk id="57" creationId="{A7882B98-7753-0F29-8C83-5A9A009EB8CB}"/>
          </ac:spMkLst>
        </pc:spChg>
        <pc:spChg chg="add del">
          <ac:chgData name="박민호" userId="S::ptrol123@student.jbnu.ac.kr::891df710-f04a-470f-8d99-7c10490b9dc3" providerId="AD" clId="Web-{EDB48D64-3E70-48B7-9945-1E0B6EBADFAB}" dt="2023-04-10T03:50:21.086" v="48"/>
          <ac:spMkLst>
            <pc:docMk/>
            <pc:sldMk cId="2312254861" sldId="257"/>
            <ac:spMk id="58" creationId="{8867BA5B-CF33-A837-993B-B9F9EC658545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5:06.916" v="61" actId="1076"/>
          <ac:spMkLst>
            <pc:docMk/>
            <pc:sldMk cId="2312254861" sldId="257"/>
            <ac:spMk id="59" creationId="{E7381209-48BF-6E76-9999-A928DAB7ED2A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0:46.972" v="325" actId="20577"/>
          <ac:spMkLst>
            <pc:docMk/>
            <pc:sldMk cId="2312254861" sldId="257"/>
            <ac:spMk id="60" creationId="{7D5104DE-9FA3-31DD-8B78-05CA20C26B70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8:38.475" v="171" actId="20577"/>
          <ac:spMkLst>
            <pc:docMk/>
            <pc:sldMk cId="2312254861" sldId="257"/>
            <ac:spMk id="61" creationId="{A6F438B6-28CE-64DC-ADB0-F8963FBBE988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8:40.382" v="172" actId="20577"/>
          <ac:spMkLst>
            <pc:docMk/>
            <pc:sldMk cId="2312254861" sldId="257"/>
            <ac:spMk id="66" creationId="{01F864CF-193A-07FB-8881-E09E094D07FA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7.269" v="30" actId="1076"/>
          <ac:spMkLst>
            <pc:docMk/>
            <pc:sldMk cId="2312254861" sldId="257"/>
            <ac:spMk id="72" creationId="{53C832AE-6A6A-4E13-6285-DB3CC228F822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7.300" v="31" actId="1076"/>
          <ac:spMkLst>
            <pc:docMk/>
            <pc:sldMk cId="2312254861" sldId="257"/>
            <ac:spMk id="73" creationId="{EB08ADAE-92E3-0E6B-AF72-81B298DBC1C9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456" v="27" actId="1076"/>
          <ac:spMkLst>
            <pc:docMk/>
            <pc:sldMk cId="2312254861" sldId="257"/>
            <ac:spMk id="74" creationId="{22C639C7-DA3E-59D8-E8E1-6265730849B6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471" v="28" actId="1076"/>
          <ac:spMkLst>
            <pc:docMk/>
            <pc:sldMk cId="2312254861" sldId="257"/>
            <ac:spMk id="75" creationId="{65D0A6FE-E652-028C-050F-4B52DEAF4873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7.331" v="32" actId="1076"/>
          <ac:spMkLst>
            <pc:docMk/>
            <pc:sldMk cId="2312254861" sldId="257"/>
            <ac:spMk id="76" creationId="{10BD7EDF-A262-1650-43EB-35AC7CB41B7F}"/>
          </ac:spMkLst>
        </pc:spChg>
        <pc:spChg chg="mod">
          <ac:chgData name="박민호" userId="S::ptrol123@student.jbnu.ac.kr::891df710-f04a-470f-8d99-7c10490b9dc3" providerId="AD" clId="Web-{EDB48D64-3E70-48B7-9945-1E0B6EBADFAB}" dt="2023-04-10T03:04:42.503" v="29" actId="1076"/>
          <ac:spMkLst>
            <pc:docMk/>
            <pc:sldMk cId="2312254861" sldId="257"/>
            <ac:spMk id="77" creationId="{0D0EAB5A-DC28-E7A2-67F1-2DFD81A31DFF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8:42.272" v="173" actId="20577"/>
          <ac:spMkLst>
            <pc:docMk/>
            <pc:sldMk cId="2312254861" sldId="257"/>
            <ac:spMk id="78" creationId="{3C16B69B-3B58-05F7-9B2C-A61AFF6FC5AB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8:44.648" v="174" actId="20577"/>
          <ac:spMkLst>
            <pc:docMk/>
            <pc:sldMk cId="2312254861" sldId="257"/>
            <ac:spMk id="79" creationId="{402BD456-AE32-4F46-C529-803F0CEEF91D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3:59:32.760" v="182" actId="1076"/>
          <ac:spMkLst>
            <pc:docMk/>
            <pc:sldMk cId="2312254861" sldId="257"/>
            <ac:spMk id="81" creationId="{7B12C042-2CDD-DE54-29C3-294F9B3A1235}"/>
          </ac:spMkLst>
        </pc:spChg>
        <pc:spChg chg="add del">
          <ac:chgData name="박민호" userId="S::ptrol123@student.jbnu.ac.kr::891df710-f04a-470f-8d99-7c10490b9dc3" providerId="AD" clId="Web-{EDB48D64-3E70-48B7-9945-1E0B6EBADFAB}" dt="2023-04-10T04:13:32.701" v="348"/>
          <ac:spMkLst>
            <pc:docMk/>
            <pc:sldMk cId="2312254861" sldId="257"/>
            <ac:spMk id="86" creationId="{21488F5D-E433-3099-535A-2E9ECDAA1B7B}"/>
          </ac:spMkLst>
        </pc:spChg>
        <pc:grpChg chg="add">
          <ac:chgData name="박민호" userId="S::ptrol123@student.jbnu.ac.kr::891df710-f04a-470f-8d99-7c10490b9dc3" providerId="AD" clId="Web-{EDB48D64-3E70-48B7-9945-1E0B6EBADFAB}" dt="2023-04-10T03:14:17.402" v="33"/>
          <ac:grpSpMkLst>
            <pc:docMk/>
            <pc:sldMk cId="2312254861" sldId="257"/>
            <ac:grpSpMk id="10" creationId="{39C9AC17-DDB8-04C6-EB70-73F636D841B0}"/>
          </ac:grpSpMkLst>
        </pc:grpChg>
        <pc:grpChg chg="add">
          <ac:chgData name="박민호" userId="S::ptrol123@student.jbnu.ac.kr::891df710-f04a-470f-8d99-7c10490b9dc3" providerId="AD" clId="Web-{EDB48D64-3E70-48B7-9945-1E0B6EBADFAB}" dt="2023-04-10T04:18:47.501" v="426"/>
          <ac:grpSpMkLst>
            <pc:docMk/>
            <pc:sldMk cId="2312254861" sldId="257"/>
            <ac:grpSpMk id="96" creationId="{B62F161E-9BD5-13AB-9D38-03DEBDC20E9E}"/>
          </ac:grpSpMkLst>
        </pc:grpChg>
        <pc:graphicFrameChg chg="mod modGraphic">
          <ac:chgData name="박민호" userId="S::ptrol123@student.jbnu.ac.kr::891df710-f04a-470f-8d99-7c10490b9dc3" providerId="AD" clId="Web-{EDB48D64-3E70-48B7-9945-1E0B6EBADFAB}" dt="2023-04-10T03:58:28.100" v="165"/>
          <ac:graphicFrameMkLst>
            <pc:docMk/>
            <pc:sldMk cId="2312254861" sldId="257"/>
            <ac:graphicFrameMk id="17" creationId="{584A38E3-3690-E26A-5EFE-1ED64CBF4FE2}"/>
          </ac:graphicFrameMkLst>
        </pc:graphicFrameChg>
        <pc:picChg chg="add mod">
          <ac:chgData name="박민호" userId="S::ptrol123@student.jbnu.ac.kr::891df710-f04a-470f-8d99-7c10490b9dc3" providerId="AD" clId="Web-{EDB48D64-3E70-48B7-9945-1E0B6EBADFAB}" dt="2023-04-10T03:59:19.634" v="178" actId="1076"/>
          <ac:picMkLst>
            <pc:docMk/>
            <pc:sldMk cId="2312254861" sldId="257"/>
            <ac:picMk id="80" creationId="{2A8A0249-15AA-6B29-1781-1C24EFE6FE8A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0:57.192" v="328" actId="1076"/>
          <ac:picMkLst>
            <pc:docMk/>
            <pc:sldMk cId="2312254861" sldId="257"/>
            <ac:picMk id="83" creationId="{BD612784-2D16-F9EE-B1BF-F8679CC3B568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0:57.239" v="329" actId="1076"/>
          <ac:picMkLst>
            <pc:docMk/>
            <pc:sldMk cId="2312254861" sldId="257"/>
            <ac:picMk id="85" creationId="{B8A7804E-A0B5-03AE-E77A-D8A1BF9D1B4C}"/>
          </ac:picMkLst>
        </pc:picChg>
      </pc:sldChg>
      <pc:sldChg chg="addSp delSp modSp add replId">
        <pc:chgData name="박민호" userId="S::ptrol123@student.jbnu.ac.kr::891df710-f04a-470f-8d99-7c10490b9dc3" providerId="AD" clId="Web-{EDB48D64-3E70-48B7-9945-1E0B6EBADFAB}" dt="2023-04-10T04:18:44.814" v="425"/>
        <pc:sldMkLst>
          <pc:docMk/>
          <pc:sldMk cId="409246194" sldId="258"/>
        </pc:sldMkLst>
        <pc:spChg chg="mod ord topLvl">
          <ac:chgData name="박민호" userId="S::ptrol123@student.jbnu.ac.kr::891df710-f04a-470f-8d99-7c10490b9dc3" providerId="AD" clId="Web-{EDB48D64-3E70-48B7-9945-1E0B6EBADFAB}" dt="2023-04-10T04:04:44.732" v="275" actId="1076"/>
          <ac:spMkLst>
            <pc:docMk/>
            <pc:sldMk cId="409246194" sldId="258"/>
            <ac:spMk id="2" creationId="{5EC98A84-9F20-0B45-47A6-45B544AB3DF8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3" creationId="{045DBC73-6F4E-688C-C869-3CE5778403A1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4" creationId="{FC37A820-5B10-B71A-DE0E-11AE25E6E561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5" creationId="{B42752D6-EC85-46A2-BC91-6E8E93EDF31C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6" creationId="{4623E4EB-46D0-AF1F-D069-021CD66442A3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8" creationId="{52B23752-9456-DF10-4392-E3B07948F1F0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9" creationId="{D26D6A51-4159-947D-4E60-26493E240643}"/>
          </ac:spMkLst>
        </pc:spChg>
        <pc:spChg chg="mod">
          <ac:chgData name="박민호" userId="S::ptrol123@student.jbnu.ac.kr::891df710-f04a-470f-8d99-7c10490b9dc3" providerId="AD" clId="Web-{EDB48D64-3E70-48B7-9945-1E0B6EBADFAB}" dt="2023-04-10T04:03:38.259" v="262" actId="1076"/>
          <ac:spMkLst>
            <pc:docMk/>
            <pc:sldMk cId="409246194" sldId="258"/>
            <ac:spMk id="12" creationId="{AE68D97F-F527-3AEB-BEF6-57F07C035324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13" creationId="{DB82C450-2305-6DB7-5549-1A4B64AAB718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14" creationId="{7EF9C860-4FFF-E9CD-BA7A-40555BF1422B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15" creationId="{6FFBF3E1-39E4-A8F0-EFF3-490F25AF9771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57" creationId="{A7882B98-7753-0F29-8C83-5A9A009EB8CB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8.999" v="215" actId="1076"/>
          <ac:spMkLst>
            <pc:docMk/>
            <pc:sldMk cId="409246194" sldId="258"/>
            <ac:spMk id="58" creationId="{2C027CB2-147E-4044-EF1B-9A93FA701701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59" creationId="{E7381209-48BF-6E76-9999-A928DAB7ED2A}"/>
          </ac:spMkLst>
        </pc:spChg>
        <pc:spChg chg="mod topLvl">
          <ac:chgData name="박민호" userId="S::ptrol123@student.jbnu.ac.kr::891df710-f04a-470f-8d99-7c10490b9dc3" providerId="AD" clId="Web-{EDB48D64-3E70-48B7-9945-1E0B6EBADFAB}" dt="2023-04-10T04:08:46.262" v="308" actId="20577"/>
          <ac:spMkLst>
            <pc:docMk/>
            <pc:sldMk cId="409246194" sldId="258"/>
            <ac:spMk id="60" creationId="{7D5104DE-9FA3-31DD-8B78-05CA20C26B70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61" creationId="{A6F438B6-28CE-64DC-ADB0-F8963FBBE988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66" creationId="{01F864CF-193A-07FB-8881-E09E094D07FA}"/>
          </ac:spMkLst>
        </pc:spChg>
        <pc:spChg chg="mod">
          <ac:chgData name="박민호" userId="S::ptrol123@student.jbnu.ac.kr::891df710-f04a-470f-8d99-7c10490b9dc3" providerId="AD" clId="Web-{EDB48D64-3E70-48B7-9945-1E0B6EBADFAB}" dt="2023-04-10T03:59:53.933" v="189" actId="20577"/>
          <ac:spMkLst>
            <pc:docMk/>
            <pc:sldMk cId="409246194" sldId="258"/>
            <ac:spMk id="71" creationId="{E1E30F40-D8A6-CA9A-6C3F-79D1BA768DA8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78" creationId="{3C16B69B-3B58-05F7-9B2C-A61AFF6FC5AB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79" creationId="{402BD456-AE32-4F46-C529-803F0CEEF91D}"/>
          </ac:spMkLst>
        </pc:spChg>
        <pc:spChg chg="topLvl">
          <ac:chgData name="박민호" userId="S::ptrol123@student.jbnu.ac.kr::891df710-f04a-470f-8d99-7c10490b9dc3" providerId="AD" clId="Web-{EDB48D64-3E70-48B7-9945-1E0B6EBADFAB}" dt="2023-04-10T04:02:59.491" v="254"/>
          <ac:spMkLst>
            <pc:docMk/>
            <pc:sldMk cId="409246194" sldId="258"/>
            <ac:spMk id="81" creationId="{7B12C042-2CDD-DE54-29C3-294F9B3A1235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031" v="216" actId="1076"/>
          <ac:spMkLst>
            <pc:docMk/>
            <pc:sldMk cId="409246194" sldId="258"/>
            <ac:spMk id="82" creationId="{3D466A89-3CD9-2E6F-9650-4F6800B55AD4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077" v="217" actId="1076"/>
          <ac:spMkLst>
            <pc:docMk/>
            <pc:sldMk cId="409246194" sldId="258"/>
            <ac:spMk id="83" creationId="{CDFC1888-69DC-94A5-FD69-F95F7FDD53DA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124" v="218" actId="1076"/>
          <ac:spMkLst>
            <pc:docMk/>
            <pc:sldMk cId="409246194" sldId="258"/>
            <ac:spMk id="84" creationId="{C3392B7C-8F04-48C6-D807-AE97D0669FA3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171" v="219" actId="1076"/>
          <ac:spMkLst>
            <pc:docMk/>
            <pc:sldMk cId="409246194" sldId="258"/>
            <ac:spMk id="85" creationId="{83FC24DB-1A40-49D7-244F-CA02AD56911B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218" v="220" actId="1076"/>
          <ac:spMkLst>
            <pc:docMk/>
            <pc:sldMk cId="409246194" sldId="258"/>
            <ac:spMk id="86" creationId="{93A0D59D-AD05-4FD7-8A26-7D365046B903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265" v="221" actId="1076"/>
          <ac:spMkLst>
            <pc:docMk/>
            <pc:sldMk cId="409246194" sldId="258"/>
            <ac:spMk id="87" creationId="{AB08AA06-D6DA-3810-F4ED-EA8A287138CE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312" v="222" actId="1076"/>
          <ac:spMkLst>
            <pc:docMk/>
            <pc:sldMk cId="409246194" sldId="258"/>
            <ac:spMk id="88" creationId="{1066419A-827C-5B55-411D-8EC21A30B8D2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359" v="223" actId="1076"/>
          <ac:spMkLst>
            <pc:docMk/>
            <pc:sldMk cId="409246194" sldId="258"/>
            <ac:spMk id="89" creationId="{C7A3664C-02B1-DFD3-ABDE-4DF6CEB2353A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390" v="224" actId="1076"/>
          <ac:spMkLst>
            <pc:docMk/>
            <pc:sldMk cId="409246194" sldId="258"/>
            <ac:spMk id="90" creationId="{461F496C-62A1-B5D9-4999-5517F3483012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437" v="225" actId="1076"/>
          <ac:spMkLst>
            <pc:docMk/>
            <pc:sldMk cId="409246194" sldId="258"/>
            <ac:spMk id="91" creationId="{42F0046F-707D-092D-9538-513031EC526D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577" v="227" actId="1076"/>
          <ac:spMkLst>
            <pc:docMk/>
            <pc:sldMk cId="409246194" sldId="258"/>
            <ac:spMk id="108" creationId="{ED419302-8129-0746-D83B-29C17D796765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624" v="228" actId="1076"/>
          <ac:spMkLst>
            <pc:docMk/>
            <pc:sldMk cId="409246194" sldId="258"/>
            <ac:spMk id="109" creationId="{DF5AB723-7D41-8481-AAFC-E038BEE63238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2:56.043" v="346" actId="20577"/>
          <ac:spMkLst>
            <pc:docMk/>
            <pc:sldMk cId="409246194" sldId="258"/>
            <ac:spMk id="110" creationId="{219613CE-6B64-34FF-3D13-975DD6C712FC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718" v="230" actId="1076"/>
          <ac:spMkLst>
            <pc:docMk/>
            <pc:sldMk cId="409246194" sldId="258"/>
            <ac:spMk id="111" creationId="{A833F60A-7B68-3414-6BD3-252044F47CA2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765" v="231" actId="1076"/>
          <ac:spMkLst>
            <pc:docMk/>
            <pc:sldMk cId="409246194" sldId="258"/>
            <ac:spMk id="112" creationId="{310C51EF-585B-C67F-26FD-A1B156B0E74F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796" v="232" actId="1076"/>
          <ac:spMkLst>
            <pc:docMk/>
            <pc:sldMk cId="409246194" sldId="258"/>
            <ac:spMk id="113" creationId="{E270DE59-29A9-48BA-FE87-8F38881AA709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0:59.843" v="233" actId="1076"/>
          <ac:spMkLst>
            <pc:docMk/>
            <pc:sldMk cId="409246194" sldId="258"/>
            <ac:spMk id="114" creationId="{8149FF66-0836-BBF3-D17C-3EB045D09D7D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01:35.392" v="239" actId="20577"/>
          <ac:spMkLst>
            <pc:docMk/>
            <pc:sldMk cId="409246194" sldId="258"/>
            <ac:spMk id="117" creationId="{464BD2A9-B80E-16EB-2EBB-3AC1B3AFCCF8}"/>
          </ac:spMkLst>
        </pc:spChg>
        <pc:spChg chg="add del mod">
          <ac:chgData name="박민호" userId="S::ptrol123@student.jbnu.ac.kr::891df710-f04a-470f-8d99-7c10490b9dc3" providerId="AD" clId="Web-{EDB48D64-3E70-48B7-9945-1E0B6EBADFAB}" dt="2023-04-10T04:14:01.531" v="354"/>
          <ac:spMkLst>
            <pc:docMk/>
            <pc:sldMk cId="409246194" sldId="258"/>
            <ac:spMk id="134" creationId="{9A5A38F7-D53B-9718-5062-784D8173232D}"/>
          </ac:spMkLst>
        </pc:spChg>
        <pc:spChg chg="add del">
          <ac:chgData name="박민호" userId="S::ptrol123@student.jbnu.ac.kr::891df710-f04a-470f-8d99-7c10490b9dc3" providerId="AD" clId="Web-{EDB48D64-3E70-48B7-9945-1E0B6EBADFAB}" dt="2023-04-10T04:14:11.156" v="356"/>
          <ac:spMkLst>
            <pc:docMk/>
            <pc:sldMk cId="409246194" sldId="258"/>
            <ac:spMk id="135" creationId="{07B61847-162E-3432-CA7A-7164FBB10BC2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5:09.504" v="364" actId="1076"/>
          <ac:spMkLst>
            <pc:docMk/>
            <pc:sldMk cId="409246194" sldId="258"/>
            <ac:spMk id="136" creationId="{281DBC01-A04E-CCA6-658A-07D592B02640}"/>
          </ac:spMkLst>
        </pc:spChg>
        <pc:spChg chg="add del mod">
          <ac:chgData name="박민호" userId="S::ptrol123@student.jbnu.ac.kr::891df710-f04a-470f-8d99-7c10490b9dc3" providerId="AD" clId="Web-{EDB48D64-3E70-48B7-9945-1E0B6EBADFAB}" dt="2023-04-10T04:15:14.973" v="365"/>
          <ac:spMkLst>
            <pc:docMk/>
            <pc:sldMk cId="409246194" sldId="258"/>
            <ac:spMk id="137" creationId="{058D58D9-81D1-215D-D0D2-1E7369B55963}"/>
          </ac:spMkLst>
        </pc:spChg>
        <pc:spChg chg="add del">
          <ac:chgData name="박민호" userId="S::ptrol123@student.jbnu.ac.kr::891df710-f04a-470f-8d99-7c10490b9dc3" providerId="AD" clId="Web-{EDB48D64-3E70-48B7-9945-1E0B6EBADFAB}" dt="2023-04-10T04:15:24.223" v="367"/>
          <ac:spMkLst>
            <pc:docMk/>
            <pc:sldMk cId="409246194" sldId="258"/>
            <ac:spMk id="138" creationId="{94872A46-6E51-2788-C58B-5F2B8DC8C3EF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5:37.802" v="370" actId="1076"/>
          <ac:spMkLst>
            <pc:docMk/>
            <pc:sldMk cId="409246194" sldId="258"/>
            <ac:spMk id="140" creationId="{812F6742-3DA9-D62C-9B5B-6183482A5E67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5:40.521" v="372" actId="1076"/>
          <ac:spMkLst>
            <pc:docMk/>
            <pc:sldMk cId="409246194" sldId="258"/>
            <ac:spMk id="141" creationId="{691C9731-86A9-AAD6-FFC0-0FF2702F8EF1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6:08.054" v="378" actId="14100"/>
          <ac:spMkLst>
            <pc:docMk/>
            <pc:sldMk cId="409246194" sldId="258"/>
            <ac:spMk id="142" creationId="{A39CDD3F-E5F5-AA58-FE75-22E49727A785}"/>
          </ac:spMkLst>
        </pc:spChg>
        <pc:spChg chg="add del mod">
          <ac:chgData name="박민호" userId="S::ptrol123@student.jbnu.ac.kr::891df710-f04a-470f-8d99-7c10490b9dc3" providerId="AD" clId="Web-{EDB48D64-3E70-48B7-9945-1E0B6EBADFAB}" dt="2023-04-10T04:15:52.663" v="377"/>
          <ac:spMkLst>
            <pc:docMk/>
            <pc:sldMk cId="409246194" sldId="258"/>
            <ac:spMk id="143" creationId="{DF2A455A-3E09-EAF7-1C86-85D3ECC7F43D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6:13.570" v="380" actId="1076"/>
          <ac:spMkLst>
            <pc:docMk/>
            <pc:sldMk cId="409246194" sldId="258"/>
            <ac:spMk id="144" creationId="{0C3E51D3-0F48-0D82-F665-6A49B58DCC65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6:50.885" v="397" actId="1076"/>
          <ac:spMkLst>
            <pc:docMk/>
            <pc:sldMk cId="409246194" sldId="258"/>
            <ac:spMk id="146" creationId="{7EA50B4B-F9AA-0BB8-0A98-7998D0C528EC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7:00.651" v="400" actId="1076"/>
          <ac:spMkLst>
            <pc:docMk/>
            <pc:sldMk cId="409246194" sldId="258"/>
            <ac:spMk id="148" creationId="{74D3ED7E-8F65-457C-BD7B-4F01BED7E1D6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18:28.781" v="424"/>
          <ac:spMkLst>
            <pc:docMk/>
            <pc:sldMk cId="409246194" sldId="258"/>
            <ac:spMk id="149" creationId="{07FA8DCB-AF82-5EF3-E2CF-7DDF62681D26}"/>
          </ac:spMkLst>
        </pc:spChg>
        <pc:grpChg chg="ord">
          <ac:chgData name="박민호" userId="S::ptrol123@student.jbnu.ac.kr::891df710-f04a-470f-8d99-7c10490b9dc3" providerId="AD" clId="Web-{EDB48D64-3E70-48B7-9945-1E0B6EBADFAB}" dt="2023-04-10T04:04:21.183" v="271"/>
          <ac:grpSpMkLst>
            <pc:docMk/>
            <pc:sldMk cId="409246194" sldId="258"/>
            <ac:grpSpMk id="10" creationId="{39C9AC17-DDB8-04C6-EB70-73F636D841B0}"/>
          </ac:grpSpMkLst>
        </pc:grpChg>
        <pc:grpChg chg="add mod">
          <ac:chgData name="박민호" userId="S::ptrol123@student.jbnu.ac.kr::891df710-f04a-470f-8d99-7c10490b9dc3" providerId="AD" clId="Web-{EDB48D64-3E70-48B7-9945-1E0B6EBADFAB}" dt="2023-04-10T04:00:59.531" v="226" actId="1076"/>
          <ac:grpSpMkLst>
            <pc:docMk/>
            <pc:sldMk cId="409246194" sldId="258"/>
            <ac:grpSpMk id="92" creationId="{7B99C3C7-076A-1287-D905-4321168AB7A4}"/>
          </ac:grpSpMkLst>
        </pc:grpChg>
        <pc:grpChg chg="add">
          <ac:chgData name="박민호" userId="S::ptrol123@student.jbnu.ac.kr::891df710-f04a-470f-8d99-7c10490b9dc3" providerId="AD" clId="Web-{EDB48D64-3E70-48B7-9945-1E0B6EBADFAB}" dt="2023-04-10T04:01:03.500" v="235"/>
          <ac:grpSpMkLst>
            <pc:docMk/>
            <pc:sldMk cId="409246194" sldId="258"/>
            <ac:grpSpMk id="116" creationId="{BF66C9BC-5E88-A2B4-72A4-32ED1EEA0B27}"/>
          </ac:grpSpMkLst>
        </pc:grpChg>
        <pc:grpChg chg="add mod topLvl">
          <ac:chgData name="박민호" userId="S::ptrol123@student.jbnu.ac.kr::891df710-f04a-470f-8d99-7c10490b9dc3" providerId="AD" clId="Web-{EDB48D64-3E70-48B7-9945-1E0B6EBADFAB}" dt="2023-04-10T04:05:44.907" v="285" actId="14100"/>
          <ac:grpSpMkLst>
            <pc:docMk/>
            <pc:sldMk cId="409246194" sldId="258"/>
            <ac:grpSpMk id="118" creationId="{C159C08B-0DF5-9E8D-B059-A3544B6E1AA3}"/>
          </ac:grpSpMkLst>
        </pc:grpChg>
        <pc:grpChg chg="add del">
          <ac:chgData name="박민호" userId="S::ptrol123@student.jbnu.ac.kr::891df710-f04a-470f-8d99-7c10490b9dc3" providerId="AD" clId="Web-{EDB48D64-3E70-48B7-9945-1E0B6EBADFAB}" dt="2023-04-10T04:03:03.444" v="255"/>
          <ac:grpSpMkLst>
            <pc:docMk/>
            <pc:sldMk cId="409246194" sldId="258"/>
            <ac:grpSpMk id="120" creationId="{95110885-D45E-F766-F0F8-39CC5361F6A7}"/>
          </ac:grpSpMkLst>
        </pc:grpChg>
        <pc:grpChg chg="add del">
          <ac:chgData name="박민호" userId="S::ptrol123@student.jbnu.ac.kr::891df710-f04a-470f-8d99-7c10490b9dc3" providerId="AD" clId="Web-{EDB48D64-3E70-48B7-9945-1E0B6EBADFAB}" dt="2023-04-10T04:02:59.491" v="254"/>
          <ac:grpSpMkLst>
            <pc:docMk/>
            <pc:sldMk cId="409246194" sldId="258"/>
            <ac:grpSpMk id="121" creationId="{A637A079-4244-24E9-9A19-71BF9BA168AC}"/>
          </ac:grpSpMkLst>
        </pc:grpChg>
        <pc:grpChg chg="add">
          <ac:chgData name="박민호" userId="S::ptrol123@student.jbnu.ac.kr::891df710-f04a-470f-8d99-7c10490b9dc3" providerId="AD" clId="Web-{EDB48D64-3E70-48B7-9945-1E0B6EBADFAB}" dt="2023-04-10T04:04:26.652" v="272"/>
          <ac:grpSpMkLst>
            <pc:docMk/>
            <pc:sldMk cId="409246194" sldId="258"/>
            <ac:grpSpMk id="122" creationId="{35A2C988-240B-524E-A341-0C06EE5A5273}"/>
          </ac:grpSpMkLst>
        </pc:grpChg>
        <pc:grpChg chg="add mod">
          <ac:chgData name="박민호" userId="S::ptrol123@student.jbnu.ac.kr::891df710-f04a-470f-8d99-7c10490b9dc3" providerId="AD" clId="Web-{EDB48D64-3E70-48B7-9945-1E0B6EBADFAB}" dt="2023-04-10T04:06:05.471" v="290" actId="1076"/>
          <ac:grpSpMkLst>
            <pc:docMk/>
            <pc:sldMk cId="409246194" sldId="258"/>
            <ac:grpSpMk id="123" creationId="{514E217D-AE2E-5115-2377-ECCADCA94913}"/>
          </ac:grpSpMkLst>
        </pc:grpChg>
        <pc:grpChg chg="add mod">
          <ac:chgData name="박민호" userId="S::ptrol123@student.jbnu.ac.kr::891df710-f04a-470f-8d99-7c10490b9dc3" providerId="AD" clId="Web-{EDB48D64-3E70-48B7-9945-1E0B6EBADFAB}" dt="2023-04-10T04:06:05.721" v="291" actId="1076"/>
          <ac:grpSpMkLst>
            <pc:docMk/>
            <pc:sldMk cId="409246194" sldId="258"/>
            <ac:grpSpMk id="124" creationId="{202267EE-F937-EA35-7FB2-85210819BF2C}"/>
          </ac:grpSpMkLst>
        </pc:grpChg>
        <pc:grpChg chg="add">
          <ac:chgData name="박민호" userId="S::ptrol123@student.jbnu.ac.kr::891df710-f04a-470f-8d99-7c10490b9dc3" providerId="AD" clId="Web-{EDB48D64-3E70-48B7-9945-1E0B6EBADFAB}" dt="2023-04-10T04:18:44.814" v="425"/>
          <ac:grpSpMkLst>
            <pc:docMk/>
            <pc:sldMk cId="409246194" sldId="258"/>
            <ac:grpSpMk id="150" creationId="{D9FD1BC8-6EF3-AA41-810E-3DD9E1FF7DB8}"/>
          </ac:grpSpMkLst>
        </pc:grpChg>
        <pc:picChg chg="topLvl">
          <ac:chgData name="박민호" userId="S::ptrol123@student.jbnu.ac.kr::891df710-f04a-470f-8d99-7c10490b9dc3" providerId="AD" clId="Web-{EDB48D64-3E70-48B7-9945-1E0B6EBADFAB}" dt="2023-04-10T04:02:59.491" v="254"/>
          <ac:picMkLst>
            <pc:docMk/>
            <pc:sldMk cId="409246194" sldId="258"/>
            <ac:picMk id="11" creationId="{8EA8C4DB-3F2D-3934-7AE2-AEB0FD3D8FF4}"/>
          </ac:picMkLst>
        </pc:picChg>
        <pc:picChg chg="mod">
          <ac:chgData name="박민호" userId="S::ptrol123@student.jbnu.ac.kr::891df710-f04a-470f-8d99-7c10490b9dc3" providerId="AD" clId="Web-{EDB48D64-3E70-48B7-9945-1E0B6EBADFAB}" dt="2023-04-10T04:00:10.450" v="194"/>
          <ac:picMkLst>
            <pc:docMk/>
            <pc:sldMk cId="409246194" sldId="258"/>
            <ac:picMk id="52" creationId="{93309B4A-D318-B4D6-6BD0-AAD471EB2CA2}"/>
          </ac:picMkLst>
        </pc:picChg>
        <pc:picChg chg="topLvl">
          <ac:chgData name="박민호" userId="S::ptrol123@student.jbnu.ac.kr::891df710-f04a-470f-8d99-7c10490b9dc3" providerId="AD" clId="Web-{EDB48D64-3E70-48B7-9945-1E0B6EBADFAB}" dt="2023-04-10T04:02:59.491" v="254"/>
          <ac:picMkLst>
            <pc:docMk/>
            <pc:sldMk cId="409246194" sldId="258"/>
            <ac:picMk id="80" creationId="{2A8A0249-15AA-6B29-1781-1C24EFE6FE8A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00:59.890" v="234" actId="1076"/>
          <ac:picMkLst>
            <pc:docMk/>
            <pc:sldMk cId="409246194" sldId="258"/>
            <ac:picMk id="115" creationId="{E4E7225E-4136-E3C7-1627-5EBBCE38FDBF}"/>
          </ac:picMkLst>
        </pc:picChg>
        <pc:picChg chg="add mod topLvl">
          <ac:chgData name="박민호" userId="S::ptrol123@student.jbnu.ac.kr::891df710-f04a-470f-8d99-7c10490b9dc3" providerId="AD" clId="Web-{EDB48D64-3E70-48B7-9945-1E0B6EBADFAB}" dt="2023-04-10T04:05:50.220" v="287" actId="1076"/>
          <ac:picMkLst>
            <pc:docMk/>
            <pc:sldMk cId="409246194" sldId="258"/>
            <ac:picMk id="119" creationId="{72CABEE5-0658-A316-C90C-B00543DE2B00}"/>
          </ac:picMkLst>
        </pc:picChg>
        <pc:picChg chg="add mod modCrop">
          <ac:chgData name="박민호" userId="S::ptrol123@student.jbnu.ac.kr::891df710-f04a-470f-8d99-7c10490b9dc3" providerId="AD" clId="Web-{EDB48D64-3E70-48B7-9945-1E0B6EBADFAB}" dt="2023-04-10T04:08:13.713" v="300" actId="1076"/>
          <ac:picMkLst>
            <pc:docMk/>
            <pc:sldMk cId="409246194" sldId="258"/>
            <ac:picMk id="125" creationId="{EC5F630F-1C7E-CD39-01AD-293A82CF2458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08:56.356" v="311" actId="1076"/>
          <ac:picMkLst>
            <pc:docMk/>
            <pc:sldMk cId="409246194" sldId="258"/>
            <ac:picMk id="126" creationId="{6DAD253F-3649-019A-6782-1ADACDAB777D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0:14.423" v="319" actId="1076"/>
          <ac:picMkLst>
            <pc:docMk/>
            <pc:sldMk cId="409246194" sldId="258"/>
            <ac:picMk id="127" creationId="{920DBEAC-D4A2-1DE4-A3A3-543E5B519D00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0:20.049" v="322" actId="1076"/>
          <ac:picMkLst>
            <pc:docMk/>
            <pc:sldMk cId="409246194" sldId="258"/>
            <ac:picMk id="128" creationId="{E0ED6539-805A-47E9-5B94-15DCE057FB38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1:37.944" v="334" actId="1076"/>
          <ac:picMkLst>
            <pc:docMk/>
            <pc:sldMk cId="409246194" sldId="258"/>
            <ac:picMk id="129" creationId="{C6B05D0F-ED36-EB93-53CD-CF7A4E7EC485}"/>
          </ac:picMkLst>
        </pc:picChg>
        <pc:picChg chg="add del mod">
          <ac:chgData name="박민호" userId="S::ptrol123@student.jbnu.ac.kr::891df710-f04a-470f-8d99-7c10490b9dc3" providerId="AD" clId="Web-{EDB48D64-3E70-48B7-9945-1E0B6EBADFAB}" dt="2023-04-10T04:11:41.476" v="337"/>
          <ac:picMkLst>
            <pc:docMk/>
            <pc:sldMk cId="409246194" sldId="258"/>
            <ac:picMk id="130" creationId="{D73312C2-47CF-0691-8B38-A20146FCABCD}"/>
          </ac:picMkLst>
        </pc:picChg>
        <pc:picChg chg="add del mod">
          <ac:chgData name="박민호" userId="S::ptrol123@student.jbnu.ac.kr::891df710-f04a-470f-8d99-7c10490b9dc3" providerId="AD" clId="Web-{EDB48D64-3E70-48B7-9945-1E0B6EBADFAB}" dt="2023-04-10T04:11:56.226" v="340"/>
          <ac:picMkLst>
            <pc:docMk/>
            <pc:sldMk cId="409246194" sldId="258"/>
            <ac:picMk id="131" creationId="{464363C8-EDEB-8D89-7224-E0A66967CDFF}"/>
          </ac:picMkLst>
        </pc:picChg>
        <pc:picChg chg="add mod">
          <ac:chgData name="박민호" userId="S::ptrol123@student.jbnu.ac.kr::891df710-f04a-470f-8d99-7c10490b9dc3" providerId="AD" clId="Web-{EDB48D64-3E70-48B7-9945-1E0B6EBADFAB}" dt="2023-04-10T04:12:52.542" v="344" actId="1076"/>
          <ac:picMkLst>
            <pc:docMk/>
            <pc:sldMk cId="409246194" sldId="258"/>
            <ac:picMk id="132" creationId="{E1CE92A9-7A59-73EB-1061-782DE686A10A}"/>
          </ac:picMkLst>
        </pc:picChg>
        <pc:picChg chg="add del mod">
          <ac:chgData name="박민호" userId="S::ptrol123@student.jbnu.ac.kr::891df710-f04a-470f-8d99-7c10490b9dc3" providerId="AD" clId="Web-{EDB48D64-3E70-48B7-9945-1E0B6EBADFAB}" dt="2023-04-10T04:13:37.045" v="350"/>
          <ac:picMkLst>
            <pc:docMk/>
            <pc:sldMk cId="409246194" sldId="258"/>
            <ac:picMk id="133" creationId="{301D23D9-B178-1076-DF1E-EFE9CA84F320}"/>
          </ac:picMkLst>
        </pc:picChg>
      </pc:sldChg>
      <pc:sldChg chg="addSp delSp modSp add ord replId">
        <pc:chgData name="박민호" userId="S::ptrol123@student.jbnu.ac.kr::891df710-f04a-470f-8d99-7c10490b9dc3" providerId="AD" clId="Web-{EDB48D64-3E70-48B7-9945-1E0B6EBADFAB}" dt="2023-04-10T04:23:03.189" v="440"/>
        <pc:sldMkLst>
          <pc:docMk/>
          <pc:sldMk cId="477286413" sldId="259"/>
        </pc:sldMkLst>
        <pc:spChg chg="mod">
          <ac:chgData name="박민호" userId="S::ptrol123@student.jbnu.ac.kr::891df710-f04a-470f-8d99-7c10490b9dc3" providerId="AD" clId="Web-{EDB48D64-3E70-48B7-9945-1E0B6EBADFAB}" dt="2023-04-10T04:21:17.979" v="430" actId="20577"/>
          <ac:spMkLst>
            <pc:docMk/>
            <pc:sldMk cId="477286413" sldId="259"/>
            <ac:spMk id="71" creationId="{E1E30F40-D8A6-CA9A-6C3F-79D1BA768DA8}"/>
          </ac:spMkLst>
        </pc:spChg>
        <pc:spChg chg="add mod">
          <ac:chgData name="박민호" userId="S::ptrol123@student.jbnu.ac.kr::891df710-f04a-470f-8d99-7c10490b9dc3" providerId="AD" clId="Web-{EDB48D64-3E70-48B7-9945-1E0B6EBADFAB}" dt="2023-04-10T04:23:03.189" v="440"/>
          <ac:spMkLst>
            <pc:docMk/>
            <pc:sldMk cId="477286413" sldId="259"/>
            <ac:spMk id="84" creationId="{8B250AEE-B302-BAA2-7598-256D6AA151A5}"/>
          </ac:spMkLst>
        </pc:spChg>
        <pc:grpChg chg="add del">
          <ac:chgData name="박민호" userId="S::ptrol123@student.jbnu.ac.kr::891df710-f04a-470f-8d99-7c10490b9dc3" providerId="AD" clId="Web-{EDB48D64-3E70-48B7-9945-1E0B6EBADFAB}" dt="2023-04-10T04:21:28.808" v="432"/>
          <ac:grpSpMkLst>
            <pc:docMk/>
            <pc:sldMk cId="477286413" sldId="259"/>
            <ac:grpSpMk id="83" creationId="{5CAF7AB8-371D-2ACA-E911-80E2E62019C6}"/>
          </ac:grpSpMkLst>
        </pc:grpChg>
      </pc:sldChg>
    </pc:docChg>
  </pc:docChgLst>
  <pc:docChgLst>
    <pc:chgData name="박민호" userId="S::ptrol123@student.jbnu.ac.kr::891df710-f04a-470f-8d99-7c10490b9dc3" providerId="AD" clId="Web-{13FF742C-92D2-4144-AD91-5CAA14DA7A02}"/>
    <pc:docChg chg="modSld">
      <pc:chgData name="박민호" userId="S::ptrol123@student.jbnu.ac.kr::891df710-f04a-470f-8d99-7c10490b9dc3" providerId="AD" clId="Web-{13FF742C-92D2-4144-AD91-5CAA14DA7A02}" dt="2023-04-09T15:51:56.924" v="3" actId="1076"/>
      <pc:docMkLst>
        <pc:docMk/>
      </pc:docMkLst>
      <pc:sldChg chg="addSp modSp">
        <pc:chgData name="박민호" userId="S::ptrol123@student.jbnu.ac.kr::891df710-f04a-470f-8d99-7c10490b9dc3" providerId="AD" clId="Web-{13FF742C-92D2-4144-AD91-5CAA14DA7A02}" dt="2023-04-09T15:51:56.924" v="3" actId="1076"/>
        <pc:sldMkLst>
          <pc:docMk/>
          <pc:sldMk cId="2312254861" sldId="257"/>
        </pc:sldMkLst>
        <pc:spChg chg="mod">
          <ac:chgData name="박민호" userId="S::ptrol123@student.jbnu.ac.kr::891df710-f04a-470f-8d99-7c10490b9dc3" providerId="AD" clId="Web-{13FF742C-92D2-4144-AD91-5CAA14DA7A02}" dt="2023-04-09T15:51:40.298" v="1" actId="1076"/>
          <ac:spMkLst>
            <pc:docMk/>
            <pc:sldMk cId="2312254861" sldId="257"/>
            <ac:spMk id="3" creationId="{045DBC73-6F4E-688C-C869-3CE5778403A1}"/>
          </ac:spMkLst>
        </pc:spChg>
        <pc:spChg chg="add mod">
          <ac:chgData name="박민호" userId="S::ptrol123@student.jbnu.ac.kr::891df710-f04a-470f-8d99-7c10490b9dc3" providerId="AD" clId="Web-{13FF742C-92D2-4144-AD91-5CAA14DA7A02}" dt="2023-04-09T15:51:56.924" v="3" actId="1076"/>
          <ac:spMkLst>
            <pc:docMk/>
            <pc:sldMk cId="2312254861" sldId="257"/>
            <ac:spMk id="4" creationId="{FC37A820-5B10-B71A-DE0E-11AE25E6E561}"/>
          </ac:spMkLst>
        </pc:spChg>
      </pc:sldChg>
    </pc:docChg>
  </pc:docChgLst>
  <pc:docChgLst>
    <pc:chgData name="박민호" userId="S::ptrol123@student.jbnu.ac.kr::891df710-f04a-470f-8d99-7c10490b9dc3" providerId="AD" clId="Web-{0D6F4B86-7AAE-410F-965E-29C53EAA5932}"/>
    <pc:docChg chg="addSld">
      <pc:chgData name="박민호" userId="S::ptrol123@student.jbnu.ac.kr::891df710-f04a-470f-8d99-7c10490b9dc3" providerId="AD" clId="Web-{0D6F4B86-7AAE-410F-965E-29C53EAA5932}" dt="2023-03-29T08:40:02.504" v="0"/>
      <pc:docMkLst>
        <pc:docMk/>
      </pc:docMkLst>
      <pc:sldChg chg="new">
        <pc:chgData name="박민호" userId="S::ptrol123@student.jbnu.ac.kr::891df710-f04a-470f-8d99-7c10490b9dc3" providerId="AD" clId="Web-{0D6F4B86-7AAE-410F-965E-29C53EAA5932}" dt="2023-03-29T08:40:02.504" v="0"/>
        <pc:sldMkLst>
          <pc:docMk/>
          <pc:sldMk cId="1077830105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DE9534-0EA3-A5A3-56B2-69E985A11902}"/>
              </a:ext>
            </a:extLst>
          </p:cNvPr>
          <p:cNvSpPr/>
          <p:nvPr/>
        </p:nvSpPr>
        <p:spPr>
          <a:xfrm>
            <a:off x="464" y="0"/>
            <a:ext cx="12191637" cy="6856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0CC57E1F-95F2-23B9-7C91-3F547187B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4704633"/>
            <a:ext cx="711401" cy="714878"/>
          </a:xfrm>
          <a:prstGeom prst="rect">
            <a:avLst/>
          </a:prstGeom>
        </p:spPr>
      </p:pic>
      <p:pic>
        <p:nvPicPr>
          <p:cNvPr id="21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E82FCDAB-A8DF-E200-CA0F-C5DDD5BC8A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5406868"/>
            <a:ext cx="711401" cy="714878"/>
          </a:xfrm>
          <a:prstGeom prst="rect">
            <a:avLst/>
          </a:prstGeom>
        </p:spPr>
      </p:pic>
      <p:pic>
        <p:nvPicPr>
          <p:cNvPr id="22" name="그림 21" descr="사람이(가) 표시된 사진&#10;&#10;자동 생성된 설명">
            <a:extLst>
              <a:ext uri="{FF2B5EF4-FFF2-40B4-BE49-F238E27FC236}">
                <a16:creationId xmlns:a16="http://schemas.microsoft.com/office/drawing/2014/main" id="{378A0CA4-FA55-768F-6570-76A840B29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6101633"/>
            <a:ext cx="711401" cy="71487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BD487D-F07B-7132-48B9-4214C4D302E8}"/>
              </a:ext>
            </a:extLst>
          </p:cNvPr>
          <p:cNvSpPr/>
          <p:nvPr/>
        </p:nvSpPr>
        <p:spPr>
          <a:xfrm>
            <a:off x="221722" y="4703516"/>
            <a:ext cx="712199" cy="5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0E3A7C-288A-E841-60A6-7DBC01B7E1BB}"/>
              </a:ext>
            </a:extLst>
          </p:cNvPr>
          <p:cNvSpPr/>
          <p:nvPr/>
        </p:nvSpPr>
        <p:spPr>
          <a:xfrm>
            <a:off x="222993" y="5404555"/>
            <a:ext cx="218423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90F979-33D7-C84D-6751-9EBE16F5C22A}"/>
              </a:ext>
            </a:extLst>
          </p:cNvPr>
          <p:cNvSpPr/>
          <p:nvPr/>
        </p:nvSpPr>
        <p:spPr>
          <a:xfrm>
            <a:off x="222993" y="6117787"/>
            <a:ext cx="480551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9B74F5-3E42-279B-BA70-46E60B42698C}"/>
              </a:ext>
            </a:extLst>
          </p:cNvPr>
          <p:cNvSpPr/>
          <p:nvPr/>
        </p:nvSpPr>
        <p:spPr>
          <a:xfrm>
            <a:off x="-64" y="4702019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1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C5D22-867D-2ABF-7473-3DADA8F16097}"/>
              </a:ext>
            </a:extLst>
          </p:cNvPr>
          <p:cNvSpPr/>
          <p:nvPr/>
        </p:nvSpPr>
        <p:spPr>
          <a:xfrm>
            <a:off x="-65" y="540915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2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2F691-843E-2E0D-2234-279EFD71FA51}"/>
              </a:ext>
            </a:extLst>
          </p:cNvPr>
          <p:cNvSpPr/>
          <p:nvPr/>
        </p:nvSpPr>
        <p:spPr>
          <a:xfrm>
            <a:off x="-65" y="611019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3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031D170C-6F2A-7F2B-C9B8-8323269C8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29402"/>
              </p:ext>
            </p:extLst>
          </p:nvPr>
        </p:nvGraphicFramePr>
        <p:xfrm>
          <a:off x="206482" y="4687348"/>
          <a:ext cx="735753" cy="212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753">
                  <a:extLst>
                    <a:ext uri="{9D8B030D-6E8A-4147-A177-3AD203B41FA5}">
                      <a16:colId xmlns:a16="http://schemas.microsoft.com/office/drawing/2014/main" val="3150379429"/>
                    </a:ext>
                  </a:extLst>
                </a:gridCol>
              </a:tblGrid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80552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17199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60965"/>
                  </a:ext>
                </a:extLst>
              </a:tr>
            </a:tbl>
          </a:graphicData>
        </a:graphic>
      </p:graphicFrame>
      <p:sp>
        <p:nvSpPr>
          <p:cNvPr id="43" name="타원 42">
            <a:extLst>
              <a:ext uri="{FF2B5EF4-FFF2-40B4-BE49-F238E27FC236}">
                <a16:creationId xmlns:a16="http://schemas.microsoft.com/office/drawing/2014/main" id="{2009687C-C02B-82EC-FF37-E0C2C1B28733}"/>
              </a:ext>
            </a:extLst>
          </p:cNvPr>
          <p:cNvSpPr/>
          <p:nvPr/>
        </p:nvSpPr>
        <p:spPr>
          <a:xfrm>
            <a:off x="2790335" y="139923"/>
            <a:ext cx="5343769" cy="520700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8DBAD3-B741-0B00-83F1-51DC0A01ADFD}"/>
              </a:ext>
            </a:extLst>
          </p:cNvPr>
          <p:cNvSpPr/>
          <p:nvPr/>
        </p:nvSpPr>
        <p:spPr>
          <a:xfrm rot="1260000">
            <a:off x="3884998" y="4676399"/>
            <a:ext cx="2543741" cy="996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435AF7-41F6-6A73-EDCA-4251F1C7E1AB}"/>
              </a:ext>
            </a:extLst>
          </p:cNvPr>
          <p:cNvSpPr/>
          <p:nvPr/>
        </p:nvSpPr>
        <p:spPr>
          <a:xfrm>
            <a:off x="3747960" y="1687131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DCD0B1-8457-896D-79DD-7E049895B76E}"/>
              </a:ext>
            </a:extLst>
          </p:cNvPr>
          <p:cNvSpPr/>
          <p:nvPr/>
        </p:nvSpPr>
        <p:spPr>
          <a:xfrm rot="-4140000">
            <a:off x="4936679" y="3582986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763310-3B48-3215-4282-E5FC4BDBB37D}"/>
              </a:ext>
            </a:extLst>
          </p:cNvPr>
          <p:cNvSpPr/>
          <p:nvPr/>
        </p:nvSpPr>
        <p:spPr>
          <a:xfrm>
            <a:off x="6734999" y="693482"/>
            <a:ext cx="231648" cy="4096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8">
            <a:extLst>
              <a:ext uri="{FF2B5EF4-FFF2-40B4-BE49-F238E27FC236}">
                <a16:creationId xmlns:a16="http://schemas.microsoft.com/office/drawing/2014/main" id="{4F339F99-806F-3590-2654-DB59F7FD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38016" y="2591366"/>
            <a:ext cx="713232" cy="706003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4CA8DA3A-09BB-ABA1-0AC4-AF9316686640}"/>
              </a:ext>
            </a:extLst>
          </p:cNvPr>
          <p:cNvGrpSpPr/>
          <p:nvPr/>
        </p:nvGrpSpPr>
        <p:grpSpPr>
          <a:xfrm>
            <a:off x="6019789" y="3577161"/>
            <a:ext cx="695351" cy="1155760"/>
            <a:chOff x="6019789" y="3577161"/>
            <a:chExt cx="695351" cy="1155760"/>
          </a:xfrm>
        </p:grpSpPr>
        <p:pic>
          <p:nvPicPr>
            <p:cNvPr id="40" name="그림 40" descr="텍스트이(가) 표시된 사진&#10;&#10;자동 생성된 설명">
              <a:extLst>
                <a:ext uri="{FF2B5EF4-FFF2-40B4-BE49-F238E27FC236}">
                  <a16:creationId xmlns:a16="http://schemas.microsoft.com/office/drawing/2014/main" id="{89C5F0A3-200D-85F4-586E-CF8F4895D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789" y="3833761"/>
              <a:ext cx="557784" cy="89916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FC1C94-9F73-2B67-24AC-C83C1FF72B6D}"/>
                </a:ext>
              </a:extLst>
            </p:cNvPr>
            <p:cNvSpPr txBox="1"/>
            <p:nvPr/>
          </p:nvSpPr>
          <p:spPr>
            <a:xfrm>
              <a:off x="6166945" y="357716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1</a:t>
              </a:r>
              <a:endParaRPr lang="ko-KR" altLang="en-US" dirty="0"/>
            </a:p>
          </p:txBody>
        </p:sp>
      </p:grp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584A38E3-3690-E26A-5EFE-1ED64CBF4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91039"/>
              </p:ext>
            </p:extLst>
          </p:nvPr>
        </p:nvGraphicFramePr>
        <p:xfrm>
          <a:off x="3018691" y="5423732"/>
          <a:ext cx="5789591" cy="1381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3699">
                  <a:extLst>
                    <a:ext uri="{9D8B030D-6E8A-4147-A177-3AD203B41FA5}">
                      <a16:colId xmlns:a16="http://schemas.microsoft.com/office/drawing/2014/main" val="4287114987"/>
                    </a:ext>
                  </a:extLst>
                </a:gridCol>
                <a:gridCol w="2171096">
                  <a:extLst>
                    <a:ext uri="{9D8B030D-6E8A-4147-A177-3AD203B41FA5}">
                      <a16:colId xmlns:a16="http://schemas.microsoft.com/office/drawing/2014/main" val="562580497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42296463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29526874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71507700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3730308119"/>
                    </a:ext>
                  </a:extLst>
                </a:gridCol>
              </a:tblGrid>
              <a:tr h="710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98618"/>
                  </a:ext>
                </a:extLst>
              </a:tr>
              <a:tr h="67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8136"/>
                  </a:ext>
                </a:extLst>
              </a:tr>
            </a:tbl>
          </a:graphicData>
        </a:graphic>
      </p:graphicFrame>
      <p:pic>
        <p:nvPicPr>
          <p:cNvPr id="7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8780EAC1-F10A-9574-0E0C-7BAD64478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 rot="2700000">
            <a:off x="4303150" y="5614922"/>
            <a:ext cx="1002835" cy="1041570"/>
          </a:xfrm>
          <a:prstGeom prst="parallelogram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E3A369-0371-5DBC-E159-3092C537EA85}"/>
              </a:ext>
            </a:extLst>
          </p:cNvPr>
          <p:cNvSpPr/>
          <p:nvPr/>
        </p:nvSpPr>
        <p:spPr>
          <a:xfrm>
            <a:off x="3007594" y="5318684"/>
            <a:ext cx="2894567" cy="8887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C801F5-FF52-8E19-71EF-5C251463BF1D}"/>
              </a:ext>
            </a:extLst>
          </p:cNvPr>
          <p:cNvSpPr/>
          <p:nvPr/>
        </p:nvSpPr>
        <p:spPr>
          <a:xfrm>
            <a:off x="5921482" y="5318684"/>
            <a:ext cx="2894567" cy="8887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952373-38FA-330D-B967-89E3655628D7}"/>
              </a:ext>
            </a:extLst>
          </p:cNvPr>
          <p:cNvSpPr/>
          <p:nvPr/>
        </p:nvSpPr>
        <p:spPr>
          <a:xfrm rot="-2520000">
            <a:off x="3357000" y="4557299"/>
            <a:ext cx="1076486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068F0CC-824F-02B1-2A76-8FAA62A546DF}"/>
              </a:ext>
            </a:extLst>
          </p:cNvPr>
          <p:cNvSpPr/>
          <p:nvPr/>
        </p:nvSpPr>
        <p:spPr>
          <a:xfrm rot="5400000">
            <a:off x="2324519" y="2086409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F83852-5809-55F6-BAE7-2A452DDF4D7A}"/>
              </a:ext>
            </a:extLst>
          </p:cNvPr>
          <p:cNvSpPr/>
          <p:nvPr/>
        </p:nvSpPr>
        <p:spPr>
          <a:xfrm rot="8100000">
            <a:off x="1846241" y="147032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8BA09DB-E3C3-3AC2-BAB8-AB297DCEA747}"/>
              </a:ext>
            </a:extLst>
          </p:cNvPr>
          <p:cNvSpPr/>
          <p:nvPr/>
        </p:nvSpPr>
        <p:spPr>
          <a:xfrm rot="3180000">
            <a:off x="1886771" y="258900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A90D0EB-6952-E19D-D97D-C382DA49C889}"/>
              </a:ext>
            </a:extLst>
          </p:cNvPr>
          <p:cNvSpPr/>
          <p:nvPr/>
        </p:nvSpPr>
        <p:spPr>
          <a:xfrm rot="5400000">
            <a:off x="5433315" y="1993185"/>
            <a:ext cx="4464954" cy="1377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2">
            <a:extLst>
              <a:ext uri="{FF2B5EF4-FFF2-40B4-BE49-F238E27FC236}">
                <a16:creationId xmlns:a16="http://schemas.microsoft.com/office/drawing/2014/main" id="{93309B4A-D318-B4D6-6BD0-AAD471EB2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0000">
            <a:off x="4189784" y="927471"/>
            <a:ext cx="1064369" cy="61750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CD081C8D-81B2-7E70-07F0-8666B9411A61}"/>
              </a:ext>
            </a:extLst>
          </p:cNvPr>
          <p:cNvGrpSpPr/>
          <p:nvPr/>
        </p:nvGrpSpPr>
        <p:grpSpPr>
          <a:xfrm>
            <a:off x="5023104" y="2092071"/>
            <a:ext cx="823031" cy="1145725"/>
            <a:chOff x="5023104" y="2092071"/>
            <a:chExt cx="823031" cy="1145725"/>
          </a:xfrm>
        </p:grpSpPr>
        <p:pic>
          <p:nvPicPr>
            <p:cNvPr id="37" name="그림 37">
              <a:extLst>
                <a:ext uri="{FF2B5EF4-FFF2-40B4-BE49-F238E27FC236}">
                  <a16:creationId xmlns:a16="http://schemas.microsoft.com/office/drawing/2014/main" id="{8C2437D8-3875-9885-6546-80B7C92C0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3104" y="2425387"/>
              <a:ext cx="713232" cy="81240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6FB7750-A348-BB8E-9924-5BC1C8B50CFB}"/>
                </a:ext>
              </a:extLst>
            </p:cNvPr>
            <p:cNvSpPr txBox="1"/>
            <p:nvPr/>
          </p:nvSpPr>
          <p:spPr>
            <a:xfrm>
              <a:off x="5297940" y="209207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 err="1">
                  <a:ea typeface="맑은 고딕"/>
                  <a:cs typeface="Calibri"/>
                </a:rPr>
                <a:t>P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3CDB58A-542F-A23E-3B75-4125ECEC032B}"/>
              </a:ext>
            </a:extLst>
          </p:cNvPr>
          <p:cNvSpPr txBox="1"/>
          <p:nvPr/>
        </p:nvSpPr>
        <p:spPr>
          <a:xfrm>
            <a:off x="4414345" y="584285"/>
            <a:ext cx="122102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ea typeface="맑은 고딕"/>
                <a:cs typeface="Calibri"/>
              </a:rPr>
              <a:t>적(</a:t>
            </a:r>
            <a:r>
              <a:rPr lang="ko-KR" altLang="en-US" sz="800" dirty="0" err="1">
                <a:ea typeface="맑은 고딕"/>
                <a:cs typeface="Calibri"/>
              </a:rPr>
              <a:t>표시X</a:t>
            </a:r>
            <a:r>
              <a:rPr lang="ko-KR" altLang="en-US" sz="800" dirty="0">
                <a:ea typeface="맑은 고딕"/>
                <a:cs typeface="Calibri"/>
              </a:rPr>
              <a:t>)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B3F2D7-8EC8-0DEF-BBB2-D459AE0B8350}"/>
              </a:ext>
            </a:extLst>
          </p:cNvPr>
          <p:cNvGrpSpPr/>
          <p:nvPr/>
        </p:nvGrpSpPr>
        <p:grpSpPr>
          <a:xfrm>
            <a:off x="3240962" y="3856519"/>
            <a:ext cx="695351" cy="1155760"/>
            <a:chOff x="3338654" y="3846750"/>
            <a:chExt cx="695351" cy="115576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1F52FB0-F262-39E2-3439-A047F593B82B}"/>
                </a:ext>
              </a:extLst>
            </p:cNvPr>
            <p:cNvGrpSpPr/>
            <p:nvPr/>
          </p:nvGrpSpPr>
          <p:grpSpPr>
            <a:xfrm>
              <a:off x="3338654" y="3846750"/>
              <a:ext cx="695351" cy="1155760"/>
              <a:chOff x="6019789" y="3577161"/>
              <a:chExt cx="695351" cy="1155760"/>
            </a:xfrm>
          </p:grpSpPr>
          <p:pic>
            <p:nvPicPr>
              <p:cNvPr id="64" name="그림 4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1C4C3CE-C982-5217-34E3-19AFB5755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789" y="3833761"/>
                <a:ext cx="557784" cy="899160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12E17E-BAD7-03D1-92BE-ECB432523EC2}"/>
                  </a:ext>
                </a:extLst>
              </p:cNvPr>
              <p:cNvSpPr txBox="1"/>
              <p:nvPr/>
            </p:nvSpPr>
            <p:spPr>
              <a:xfrm>
                <a:off x="6166945" y="3577161"/>
                <a:ext cx="54819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endParaRPr lang="ko-KR" altLang="en-US" dirty="0">
                  <a:ea typeface="맑은 고딕"/>
                  <a:cs typeface="Calibri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ABBA3-10A5-99A4-4C9B-DDD49B293930}"/>
                </a:ext>
              </a:extLst>
            </p:cNvPr>
            <p:cNvSpPr txBox="1"/>
            <p:nvPr/>
          </p:nvSpPr>
          <p:spPr>
            <a:xfrm>
              <a:off x="3466730" y="3885869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2</a:t>
              </a: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E5378E-A2C5-1152-0AE6-146C3AC67765}"/>
              </a:ext>
            </a:extLst>
          </p:cNvPr>
          <p:cNvSpPr/>
          <p:nvPr/>
        </p:nvSpPr>
        <p:spPr>
          <a:xfrm rot="19080000">
            <a:off x="3481907" y="4533428"/>
            <a:ext cx="888338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7D141A6-ECE9-5E1E-A0D1-0D03FCA5B226}"/>
              </a:ext>
            </a:extLst>
          </p:cNvPr>
          <p:cNvSpPr/>
          <p:nvPr/>
        </p:nvSpPr>
        <p:spPr>
          <a:xfrm rot="3060000">
            <a:off x="2756096" y="4358682"/>
            <a:ext cx="991820" cy="5730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E30F40-D8A6-CA9A-6C3F-79D1BA768DA8}"/>
              </a:ext>
            </a:extLst>
          </p:cNvPr>
          <p:cNvSpPr/>
          <p:nvPr/>
        </p:nvSpPr>
        <p:spPr>
          <a:xfrm>
            <a:off x="101" y="0"/>
            <a:ext cx="1475154" cy="58615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인게임</a:t>
            </a:r>
            <a:r>
              <a:rPr lang="ko-KR" altLang="en-US" sz="2000" b="1" dirty="0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 UI</a:t>
            </a:r>
          </a:p>
        </p:txBody>
      </p:sp>
    </p:spTree>
    <p:extLst>
      <p:ext uri="{BB962C8B-B14F-4D97-AF65-F5344CB8AC3E}">
        <p14:creationId xmlns:p14="http://schemas.microsoft.com/office/powerpoint/2010/main" val="107783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DE9534-0EA3-A5A3-56B2-69E985A11902}"/>
              </a:ext>
            </a:extLst>
          </p:cNvPr>
          <p:cNvSpPr/>
          <p:nvPr/>
        </p:nvSpPr>
        <p:spPr>
          <a:xfrm>
            <a:off x="464" y="0"/>
            <a:ext cx="12191637" cy="6856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0CC57E1F-95F2-23B9-7C91-3F547187B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4704633"/>
            <a:ext cx="711401" cy="714878"/>
          </a:xfrm>
          <a:prstGeom prst="rect">
            <a:avLst/>
          </a:prstGeom>
        </p:spPr>
      </p:pic>
      <p:pic>
        <p:nvPicPr>
          <p:cNvPr id="21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E82FCDAB-A8DF-E200-CA0F-C5DDD5BC8A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5406868"/>
            <a:ext cx="711401" cy="714878"/>
          </a:xfrm>
          <a:prstGeom prst="rect">
            <a:avLst/>
          </a:prstGeom>
        </p:spPr>
      </p:pic>
      <p:pic>
        <p:nvPicPr>
          <p:cNvPr id="22" name="그림 21" descr="사람이(가) 표시된 사진&#10;&#10;자동 생성된 설명">
            <a:extLst>
              <a:ext uri="{FF2B5EF4-FFF2-40B4-BE49-F238E27FC236}">
                <a16:creationId xmlns:a16="http://schemas.microsoft.com/office/drawing/2014/main" id="{378A0CA4-FA55-768F-6570-76A840B29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6101633"/>
            <a:ext cx="711401" cy="71487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BD487D-F07B-7132-48B9-4214C4D302E8}"/>
              </a:ext>
            </a:extLst>
          </p:cNvPr>
          <p:cNvSpPr/>
          <p:nvPr/>
        </p:nvSpPr>
        <p:spPr>
          <a:xfrm>
            <a:off x="221722" y="4703516"/>
            <a:ext cx="712199" cy="5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0E3A7C-288A-E841-60A6-7DBC01B7E1BB}"/>
              </a:ext>
            </a:extLst>
          </p:cNvPr>
          <p:cNvSpPr/>
          <p:nvPr/>
        </p:nvSpPr>
        <p:spPr>
          <a:xfrm>
            <a:off x="222993" y="5404555"/>
            <a:ext cx="218423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90F979-33D7-C84D-6751-9EBE16F5C22A}"/>
              </a:ext>
            </a:extLst>
          </p:cNvPr>
          <p:cNvSpPr/>
          <p:nvPr/>
        </p:nvSpPr>
        <p:spPr>
          <a:xfrm>
            <a:off x="222993" y="6117787"/>
            <a:ext cx="480551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9B74F5-3E42-279B-BA70-46E60B42698C}"/>
              </a:ext>
            </a:extLst>
          </p:cNvPr>
          <p:cNvSpPr/>
          <p:nvPr/>
        </p:nvSpPr>
        <p:spPr>
          <a:xfrm>
            <a:off x="-64" y="4702019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1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C5D22-867D-2ABF-7473-3DADA8F16097}"/>
              </a:ext>
            </a:extLst>
          </p:cNvPr>
          <p:cNvSpPr/>
          <p:nvPr/>
        </p:nvSpPr>
        <p:spPr>
          <a:xfrm>
            <a:off x="-65" y="540915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2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2F691-843E-2E0D-2234-279EFD71FA51}"/>
              </a:ext>
            </a:extLst>
          </p:cNvPr>
          <p:cNvSpPr/>
          <p:nvPr/>
        </p:nvSpPr>
        <p:spPr>
          <a:xfrm>
            <a:off x="-65" y="611019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3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031D170C-6F2A-7F2B-C9B8-8323269C84CE}"/>
              </a:ext>
            </a:extLst>
          </p:cNvPr>
          <p:cNvGraphicFramePr>
            <a:graphicFrameLocks noGrp="1"/>
          </p:cNvGraphicFramePr>
          <p:nvPr/>
        </p:nvGraphicFramePr>
        <p:xfrm>
          <a:off x="206482" y="4687348"/>
          <a:ext cx="735753" cy="212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753">
                  <a:extLst>
                    <a:ext uri="{9D8B030D-6E8A-4147-A177-3AD203B41FA5}">
                      <a16:colId xmlns:a16="http://schemas.microsoft.com/office/drawing/2014/main" val="3150379429"/>
                    </a:ext>
                  </a:extLst>
                </a:gridCol>
              </a:tblGrid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80552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17199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60965"/>
                  </a:ext>
                </a:extLst>
              </a:tr>
            </a:tbl>
          </a:graphicData>
        </a:graphic>
      </p:graphicFrame>
      <p:sp>
        <p:nvSpPr>
          <p:cNvPr id="43" name="타원 42">
            <a:extLst>
              <a:ext uri="{FF2B5EF4-FFF2-40B4-BE49-F238E27FC236}">
                <a16:creationId xmlns:a16="http://schemas.microsoft.com/office/drawing/2014/main" id="{2009687C-C02B-82EC-FF37-E0C2C1B28733}"/>
              </a:ext>
            </a:extLst>
          </p:cNvPr>
          <p:cNvSpPr/>
          <p:nvPr/>
        </p:nvSpPr>
        <p:spPr>
          <a:xfrm>
            <a:off x="2790335" y="139923"/>
            <a:ext cx="5343769" cy="520700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8DBAD3-B741-0B00-83F1-51DC0A01ADFD}"/>
              </a:ext>
            </a:extLst>
          </p:cNvPr>
          <p:cNvSpPr/>
          <p:nvPr/>
        </p:nvSpPr>
        <p:spPr>
          <a:xfrm rot="1260000">
            <a:off x="3884998" y="4676399"/>
            <a:ext cx="2543741" cy="996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435AF7-41F6-6A73-EDCA-4251F1C7E1AB}"/>
              </a:ext>
            </a:extLst>
          </p:cNvPr>
          <p:cNvSpPr/>
          <p:nvPr/>
        </p:nvSpPr>
        <p:spPr>
          <a:xfrm>
            <a:off x="3747960" y="1687131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DCD0B1-8457-896D-79DD-7E049895B76E}"/>
              </a:ext>
            </a:extLst>
          </p:cNvPr>
          <p:cNvSpPr/>
          <p:nvPr/>
        </p:nvSpPr>
        <p:spPr>
          <a:xfrm rot="-4140000">
            <a:off x="4936679" y="3582986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763310-3B48-3215-4282-E5FC4BDBB37D}"/>
              </a:ext>
            </a:extLst>
          </p:cNvPr>
          <p:cNvSpPr/>
          <p:nvPr/>
        </p:nvSpPr>
        <p:spPr>
          <a:xfrm>
            <a:off x="6734999" y="693482"/>
            <a:ext cx="231648" cy="4096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8">
            <a:extLst>
              <a:ext uri="{FF2B5EF4-FFF2-40B4-BE49-F238E27FC236}">
                <a16:creationId xmlns:a16="http://schemas.microsoft.com/office/drawing/2014/main" id="{4F339F99-806F-3590-2654-DB59F7FD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38016" y="2591366"/>
            <a:ext cx="713232" cy="706003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4CA8DA3A-09BB-ABA1-0AC4-AF9316686640}"/>
              </a:ext>
            </a:extLst>
          </p:cNvPr>
          <p:cNvGrpSpPr/>
          <p:nvPr/>
        </p:nvGrpSpPr>
        <p:grpSpPr>
          <a:xfrm>
            <a:off x="6019789" y="3577161"/>
            <a:ext cx="695351" cy="1155760"/>
            <a:chOff x="6019789" y="3577161"/>
            <a:chExt cx="695351" cy="1155760"/>
          </a:xfrm>
        </p:grpSpPr>
        <p:pic>
          <p:nvPicPr>
            <p:cNvPr id="40" name="그림 40" descr="텍스트이(가) 표시된 사진&#10;&#10;자동 생성된 설명">
              <a:extLst>
                <a:ext uri="{FF2B5EF4-FFF2-40B4-BE49-F238E27FC236}">
                  <a16:creationId xmlns:a16="http://schemas.microsoft.com/office/drawing/2014/main" id="{89C5F0A3-200D-85F4-586E-CF8F4895D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789" y="3833761"/>
              <a:ext cx="557784" cy="89916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FC1C94-9F73-2B67-24AC-C83C1FF72B6D}"/>
                </a:ext>
              </a:extLst>
            </p:cNvPr>
            <p:cNvSpPr txBox="1"/>
            <p:nvPr/>
          </p:nvSpPr>
          <p:spPr>
            <a:xfrm>
              <a:off x="6166945" y="357716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1</a:t>
              </a:r>
              <a:endParaRPr lang="ko-KR" altLang="en-US" dirty="0"/>
            </a:p>
          </p:txBody>
        </p:sp>
      </p:grp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584A38E3-3690-E26A-5EFE-1ED64CBF4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230254"/>
              </p:ext>
            </p:extLst>
          </p:nvPr>
        </p:nvGraphicFramePr>
        <p:xfrm>
          <a:off x="3018691" y="5423732"/>
          <a:ext cx="5789591" cy="1381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3699">
                  <a:extLst>
                    <a:ext uri="{9D8B030D-6E8A-4147-A177-3AD203B41FA5}">
                      <a16:colId xmlns:a16="http://schemas.microsoft.com/office/drawing/2014/main" val="4287114987"/>
                    </a:ext>
                  </a:extLst>
                </a:gridCol>
                <a:gridCol w="2171096">
                  <a:extLst>
                    <a:ext uri="{9D8B030D-6E8A-4147-A177-3AD203B41FA5}">
                      <a16:colId xmlns:a16="http://schemas.microsoft.com/office/drawing/2014/main" val="562580497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42296463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29526874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71507700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3730308119"/>
                    </a:ext>
                  </a:extLst>
                </a:gridCol>
              </a:tblGrid>
              <a:tr h="710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98618"/>
                  </a:ext>
                </a:extLst>
              </a:tr>
              <a:tr h="67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8136"/>
                  </a:ext>
                </a:extLst>
              </a:tr>
            </a:tbl>
          </a:graphicData>
        </a:graphic>
      </p:graphicFrame>
      <p:pic>
        <p:nvPicPr>
          <p:cNvPr id="7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8780EAC1-F10A-9574-0E0C-7BAD64478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 rot="2700000">
            <a:off x="4303150" y="5614922"/>
            <a:ext cx="1002835" cy="1041570"/>
          </a:xfrm>
          <a:prstGeom prst="parallelogram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E3A369-0371-5DBC-E159-3092C537EA85}"/>
              </a:ext>
            </a:extLst>
          </p:cNvPr>
          <p:cNvSpPr/>
          <p:nvPr/>
        </p:nvSpPr>
        <p:spPr>
          <a:xfrm>
            <a:off x="3007594" y="5318684"/>
            <a:ext cx="2894567" cy="8887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C801F5-FF52-8E19-71EF-5C251463BF1D}"/>
              </a:ext>
            </a:extLst>
          </p:cNvPr>
          <p:cNvSpPr/>
          <p:nvPr/>
        </p:nvSpPr>
        <p:spPr>
          <a:xfrm>
            <a:off x="5921482" y="5318684"/>
            <a:ext cx="2894567" cy="8887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952373-38FA-330D-B967-89E3655628D7}"/>
              </a:ext>
            </a:extLst>
          </p:cNvPr>
          <p:cNvSpPr/>
          <p:nvPr/>
        </p:nvSpPr>
        <p:spPr>
          <a:xfrm rot="-2520000">
            <a:off x="3357000" y="4557299"/>
            <a:ext cx="1076486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068F0CC-824F-02B1-2A76-8FAA62A546DF}"/>
              </a:ext>
            </a:extLst>
          </p:cNvPr>
          <p:cNvSpPr/>
          <p:nvPr/>
        </p:nvSpPr>
        <p:spPr>
          <a:xfrm rot="5400000">
            <a:off x="2324519" y="2086409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F83852-5809-55F6-BAE7-2A452DDF4D7A}"/>
              </a:ext>
            </a:extLst>
          </p:cNvPr>
          <p:cNvSpPr/>
          <p:nvPr/>
        </p:nvSpPr>
        <p:spPr>
          <a:xfrm rot="8100000">
            <a:off x="1846241" y="147032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8BA09DB-E3C3-3AC2-BAB8-AB297DCEA747}"/>
              </a:ext>
            </a:extLst>
          </p:cNvPr>
          <p:cNvSpPr/>
          <p:nvPr/>
        </p:nvSpPr>
        <p:spPr>
          <a:xfrm rot="3180000">
            <a:off x="1886771" y="258900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A90D0EB-6952-E19D-D97D-C382DA49C889}"/>
              </a:ext>
            </a:extLst>
          </p:cNvPr>
          <p:cNvSpPr/>
          <p:nvPr/>
        </p:nvSpPr>
        <p:spPr>
          <a:xfrm rot="5400000">
            <a:off x="5433315" y="1993185"/>
            <a:ext cx="4464954" cy="1377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2">
            <a:extLst>
              <a:ext uri="{FF2B5EF4-FFF2-40B4-BE49-F238E27FC236}">
                <a16:creationId xmlns:a16="http://schemas.microsoft.com/office/drawing/2014/main" id="{93309B4A-D318-B4D6-6BD0-AAD471EB2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0000">
            <a:off x="4189784" y="927471"/>
            <a:ext cx="1064369" cy="61750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CD081C8D-81B2-7E70-07F0-8666B9411A61}"/>
              </a:ext>
            </a:extLst>
          </p:cNvPr>
          <p:cNvGrpSpPr/>
          <p:nvPr/>
        </p:nvGrpSpPr>
        <p:grpSpPr>
          <a:xfrm>
            <a:off x="5023104" y="2092071"/>
            <a:ext cx="823031" cy="1145725"/>
            <a:chOff x="5023104" y="2092071"/>
            <a:chExt cx="823031" cy="1145725"/>
          </a:xfrm>
        </p:grpSpPr>
        <p:pic>
          <p:nvPicPr>
            <p:cNvPr id="37" name="그림 37">
              <a:extLst>
                <a:ext uri="{FF2B5EF4-FFF2-40B4-BE49-F238E27FC236}">
                  <a16:creationId xmlns:a16="http://schemas.microsoft.com/office/drawing/2014/main" id="{8C2437D8-3875-9885-6546-80B7C92C0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3104" y="2425387"/>
              <a:ext cx="713232" cy="81240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6FB7750-A348-BB8E-9924-5BC1C8B50CFB}"/>
                </a:ext>
              </a:extLst>
            </p:cNvPr>
            <p:cNvSpPr txBox="1"/>
            <p:nvPr/>
          </p:nvSpPr>
          <p:spPr>
            <a:xfrm>
              <a:off x="5297940" y="209207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 err="1">
                  <a:ea typeface="맑은 고딕"/>
                  <a:cs typeface="Calibri"/>
                </a:rPr>
                <a:t>P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3CDB58A-542F-A23E-3B75-4125ECEC032B}"/>
              </a:ext>
            </a:extLst>
          </p:cNvPr>
          <p:cNvSpPr txBox="1"/>
          <p:nvPr/>
        </p:nvSpPr>
        <p:spPr>
          <a:xfrm>
            <a:off x="4414345" y="584285"/>
            <a:ext cx="122102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ea typeface="맑은 고딕"/>
                <a:cs typeface="Calibri"/>
              </a:rPr>
              <a:t>적(</a:t>
            </a:r>
            <a:r>
              <a:rPr lang="ko-KR" altLang="en-US" sz="800" dirty="0" err="1">
                <a:ea typeface="맑은 고딕"/>
                <a:cs typeface="Calibri"/>
              </a:rPr>
              <a:t>표시X</a:t>
            </a:r>
            <a:r>
              <a:rPr lang="ko-KR" altLang="en-US" sz="800" dirty="0">
                <a:ea typeface="맑은 고딕"/>
                <a:cs typeface="Calibri"/>
              </a:rPr>
              <a:t>)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B3F2D7-8EC8-0DEF-BBB2-D459AE0B8350}"/>
              </a:ext>
            </a:extLst>
          </p:cNvPr>
          <p:cNvGrpSpPr/>
          <p:nvPr/>
        </p:nvGrpSpPr>
        <p:grpSpPr>
          <a:xfrm>
            <a:off x="3240962" y="3856519"/>
            <a:ext cx="695351" cy="1155760"/>
            <a:chOff x="3338654" y="3846750"/>
            <a:chExt cx="695351" cy="115576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1F52FB0-F262-39E2-3439-A047F593B82B}"/>
                </a:ext>
              </a:extLst>
            </p:cNvPr>
            <p:cNvGrpSpPr/>
            <p:nvPr/>
          </p:nvGrpSpPr>
          <p:grpSpPr>
            <a:xfrm>
              <a:off x="3338654" y="3846750"/>
              <a:ext cx="695351" cy="1155760"/>
              <a:chOff x="6019789" y="3577161"/>
              <a:chExt cx="695351" cy="1155760"/>
            </a:xfrm>
          </p:grpSpPr>
          <p:pic>
            <p:nvPicPr>
              <p:cNvPr id="64" name="그림 4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1C4C3CE-C982-5217-34E3-19AFB5755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789" y="3833761"/>
                <a:ext cx="557784" cy="899160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12E17E-BAD7-03D1-92BE-ECB432523EC2}"/>
                  </a:ext>
                </a:extLst>
              </p:cNvPr>
              <p:cNvSpPr txBox="1"/>
              <p:nvPr/>
            </p:nvSpPr>
            <p:spPr>
              <a:xfrm>
                <a:off x="6166945" y="3577161"/>
                <a:ext cx="54819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endParaRPr lang="ko-KR" altLang="en-US" dirty="0">
                  <a:ea typeface="맑은 고딕"/>
                  <a:cs typeface="Calibri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ABBA3-10A5-99A4-4C9B-DDD49B293930}"/>
                </a:ext>
              </a:extLst>
            </p:cNvPr>
            <p:cNvSpPr txBox="1"/>
            <p:nvPr/>
          </p:nvSpPr>
          <p:spPr>
            <a:xfrm>
              <a:off x="3466730" y="3885869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2</a:t>
              </a: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E5378E-A2C5-1152-0AE6-146C3AC67765}"/>
              </a:ext>
            </a:extLst>
          </p:cNvPr>
          <p:cNvSpPr/>
          <p:nvPr/>
        </p:nvSpPr>
        <p:spPr>
          <a:xfrm rot="19080000">
            <a:off x="3481907" y="4533428"/>
            <a:ext cx="888338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7D141A6-ECE9-5E1E-A0D1-0D03FCA5B226}"/>
              </a:ext>
            </a:extLst>
          </p:cNvPr>
          <p:cNvSpPr/>
          <p:nvPr/>
        </p:nvSpPr>
        <p:spPr>
          <a:xfrm rot="3060000">
            <a:off x="2756096" y="4358682"/>
            <a:ext cx="991820" cy="5730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C98A84-9F20-0B45-47A6-45B544AB3DF8}"/>
              </a:ext>
            </a:extLst>
          </p:cNvPr>
          <p:cNvSpPr/>
          <p:nvPr/>
        </p:nvSpPr>
        <p:spPr>
          <a:xfrm>
            <a:off x="490900" y="538623"/>
            <a:ext cx="4233332" cy="5776147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E30F40-D8A6-CA9A-6C3F-79D1BA768DA8}"/>
              </a:ext>
            </a:extLst>
          </p:cNvPr>
          <p:cNvSpPr/>
          <p:nvPr/>
        </p:nvSpPr>
        <p:spPr>
          <a:xfrm>
            <a:off x="101" y="0"/>
            <a:ext cx="1475154" cy="51089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인벤토리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5DBC73-6F4E-688C-C869-3CE5778403A1}"/>
              </a:ext>
            </a:extLst>
          </p:cNvPr>
          <p:cNvSpPr/>
          <p:nvPr/>
        </p:nvSpPr>
        <p:spPr>
          <a:xfrm>
            <a:off x="3953756" y="655676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상체 파츠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C37A820-5B10-B71A-DE0E-11AE25E6E561}"/>
              </a:ext>
            </a:extLst>
          </p:cNvPr>
          <p:cNvSpPr/>
          <p:nvPr/>
        </p:nvSpPr>
        <p:spPr>
          <a:xfrm>
            <a:off x="2382719" y="655676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무기1</a:t>
            </a:r>
            <a:endParaRPr lang="ko-KR" altLang="en-US" sz="1000" dirty="0" err="1">
              <a:solidFill>
                <a:srgbClr val="00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42752D6-EC85-46A2-BC91-6E8E93EDF31C}"/>
              </a:ext>
            </a:extLst>
          </p:cNvPr>
          <p:cNvSpPr/>
          <p:nvPr/>
        </p:nvSpPr>
        <p:spPr>
          <a:xfrm>
            <a:off x="3953756" y="1427083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하체 파츠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23E4EB-46D0-AF1F-D069-021CD66442A3}"/>
              </a:ext>
            </a:extLst>
          </p:cNvPr>
          <p:cNvSpPr/>
          <p:nvPr/>
        </p:nvSpPr>
        <p:spPr>
          <a:xfrm>
            <a:off x="3168237" y="1427083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발 파츠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B23752-9456-DF10-4392-E3B07948F1F0}"/>
              </a:ext>
            </a:extLst>
          </p:cNvPr>
          <p:cNvSpPr/>
          <p:nvPr/>
        </p:nvSpPr>
        <p:spPr>
          <a:xfrm>
            <a:off x="2382719" y="1427083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무기2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D6A51-4159-947D-4E60-26493E240643}"/>
              </a:ext>
            </a:extLst>
          </p:cNvPr>
          <p:cNvSpPr/>
          <p:nvPr/>
        </p:nvSpPr>
        <p:spPr>
          <a:xfrm>
            <a:off x="3168237" y="655676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머리 파츠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pic>
        <p:nvPicPr>
          <p:cNvPr id="11" name="그림 37">
            <a:extLst>
              <a:ext uri="{FF2B5EF4-FFF2-40B4-BE49-F238E27FC236}">
                <a16:creationId xmlns:a16="http://schemas.microsoft.com/office/drawing/2014/main" id="{8EA8C4DB-3F2D-3934-7AE2-AEB0FD3D8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19" y="658676"/>
            <a:ext cx="1625750" cy="185663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B82C450-2305-6DB7-5549-1A4B64AAB718}"/>
              </a:ext>
            </a:extLst>
          </p:cNvPr>
          <p:cNvSpPr/>
          <p:nvPr/>
        </p:nvSpPr>
        <p:spPr>
          <a:xfrm>
            <a:off x="3953756" y="2198491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 err="1">
                <a:solidFill>
                  <a:srgbClr val="000000"/>
                </a:solidFill>
                <a:ea typeface="맑은 고딕"/>
                <a:cs typeface="Calibri"/>
              </a:rPr>
              <a:t>아티팩트</a:t>
            </a:r>
            <a:endParaRPr lang="ko-KR" altLang="en-US" sz="1000" dirty="0" err="1">
              <a:solidFill>
                <a:srgbClr val="00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EF9C860-4FFF-E9CD-BA7A-40555BF1422B}"/>
              </a:ext>
            </a:extLst>
          </p:cNvPr>
          <p:cNvSpPr/>
          <p:nvPr/>
        </p:nvSpPr>
        <p:spPr>
          <a:xfrm>
            <a:off x="2382719" y="2198491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가방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FFBF3E1-39E4-A8F0-EFF3-490F25AF9771}"/>
              </a:ext>
            </a:extLst>
          </p:cNvPr>
          <p:cNvSpPr/>
          <p:nvPr/>
        </p:nvSpPr>
        <p:spPr>
          <a:xfrm>
            <a:off x="3168237" y="2198491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손 파츠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68D97F-F527-3AEB-BEF6-57F07C035324}"/>
              </a:ext>
            </a:extLst>
          </p:cNvPr>
          <p:cNvSpPr/>
          <p:nvPr/>
        </p:nvSpPr>
        <p:spPr>
          <a:xfrm>
            <a:off x="488350" y="3828585"/>
            <a:ext cx="4228169" cy="2490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9C9AC17-DDB8-04C6-EB70-73F636D841B0}"/>
              </a:ext>
            </a:extLst>
          </p:cNvPr>
          <p:cNvGrpSpPr/>
          <p:nvPr/>
        </p:nvGrpSpPr>
        <p:grpSpPr>
          <a:xfrm>
            <a:off x="633630" y="3976031"/>
            <a:ext cx="3828928" cy="2192156"/>
            <a:chOff x="633630" y="3976031"/>
            <a:chExt cx="3828928" cy="2192156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247617E-0601-1E54-143C-881592A0B5F3}"/>
                </a:ext>
              </a:extLst>
            </p:cNvPr>
            <p:cNvSpPr/>
            <p:nvPr/>
          </p:nvSpPr>
          <p:spPr>
            <a:xfrm>
              <a:off x="2204667" y="397626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281355-ACEE-E0C2-1FAE-C4227B250627}"/>
                </a:ext>
              </a:extLst>
            </p:cNvPr>
            <p:cNvSpPr/>
            <p:nvPr/>
          </p:nvSpPr>
          <p:spPr>
            <a:xfrm>
              <a:off x="633630" y="397626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BF02320-9594-C70F-258A-D70BC0796636}"/>
                </a:ext>
              </a:extLst>
            </p:cNvPr>
            <p:cNvSpPr/>
            <p:nvPr/>
          </p:nvSpPr>
          <p:spPr>
            <a:xfrm>
              <a:off x="2204667" y="474766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1119EB32-607E-F9EB-A8EA-B58770F52E13}"/>
                </a:ext>
              </a:extLst>
            </p:cNvPr>
            <p:cNvSpPr/>
            <p:nvPr/>
          </p:nvSpPr>
          <p:spPr>
            <a:xfrm>
              <a:off x="1419148" y="474766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424D2F2C-D186-382E-27E1-6D7F4E41CB22}"/>
                </a:ext>
              </a:extLst>
            </p:cNvPr>
            <p:cNvSpPr/>
            <p:nvPr/>
          </p:nvSpPr>
          <p:spPr>
            <a:xfrm>
              <a:off x="633630" y="474766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F784550A-18D9-2018-8F56-1238C8E0A6E3}"/>
                </a:ext>
              </a:extLst>
            </p:cNvPr>
            <p:cNvSpPr/>
            <p:nvPr/>
          </p:nvSpPr>
          <p:spPr>
            <a:xfrm>
              <a:off x="1419148" y="397626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C26A840-A9D1-7B39-0DBF-E3ECA8CD9146}"/>
                </a:ext>
              </a:extLst>
            </p:cNvPr>
            <p:cNvSpPr/>
            <p:nvPr/>
          </p:nvSpPr>
          <p:spPr>
            <a:xfrm>
              <a:off x="2204667" y="55190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C8B0A654-E833-F9E9-41F8-580F96BB6430}"/>
                </a:ext>
              </a:extLst>
            </p:cNvPr>
            <p:cNvSpPr/>
            <p:nvPr/>
          </p:nvSpPr>
          <p:spPr>
            <a:xfrm>
              <a:off x="633630" y="55190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3B538B92-039C-88EE-2641-FEE914C123E9}"/>
                </a:ext>
              </a:extLst>
            </p:cNvPr>
            <p:cNvSpPr/>
            <p:nvPr/>
          </p:nvSpPr>
          <p:spPr>
            <a:xfrm>
              <a:off x="1419148" y="55190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53C832AE-6A6A-4E13-6285-DB3CC228F822}"/>
                </a:ext>
              </a:extLst>
            </p:cNvPr>
            <p:cNvSpPr/>
            <p:nvPr/>
          </p:nvSpPr>
          <p:spPr>
            <a:xfrm>
              <a:off x="3794633" y="397603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EB08ADAE-92E3-0E6B-AF72-81B298DBC1C9}"/>
                </a:ext>
              </a:extLst>
            </p:cNvPr>
            <p:cNvSpPr/>
            <p:nvPr/>
          </p:nvSpPr>
          <p:spPr>
            <a:xfrm>
              <a:off x="3794633" y="474743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22C639C7-DA3E-59D8-E8E1-6265730849B6}"/>
                </a:ext>
              </a:extLst>
            </p:cNvPr>
            <p:cNvSpPr/>
            <p:nvPr/>
          </p:nvSpPr>
          <p:spPr>
            <a:xfrm>
              <a:off x="2990529" y="474743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65D0A6FE-E652-028C-050F-4B52DEAF4873}"/>
                </a:ext>
              </a:extLst>
            </p:cNvPr>
            <p:cNvSpPr/>
            <p:nvPr/>
          </p:nvSpPr>
          <p:spPr>
            <a:xfrm>
              <a:off x="2990529" y="397603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10BD7EDF-A262-1650-43EB-35AC7CB41B7F}"/>
                </a:ext>
              </a:extLst>
            </p:cNvPr>
            <p:cNvSpPr/>
            <p:nvPr/>
          </p:nvSpPr>
          <p:spPr>
            <a:xfrm>
              <a:off x="3794633" y="551884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D0EAB5A-DC28-E7A2-67F1-2DFD81A31DFF}"/>
                </a:ext>
              </a:extLst>
            </p:cNvPr>
            <p:cNvSpPr/>
            <p:nvPr/>
          </p:nvSpPr>
          <p:spPr>
            <a:xfrm>
              <a:off x="2990529" y="551884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7882B98-7753-0F29-8C83-5A9A009EB8CB}"/>
              </a:ext>
            </a:extLst>
          </p:cNvPr>
          <p:cNvSpPr/>
          <p:nvPr/>
        </p:nvSpPr>
        <p:spPr>
          <a:xfrm>
            <a:off x="4535119" y="3830908"/>
            <a:ext cx="176560" cy="24811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7381209-48BF-6E76-9999-A928DAB7ED2A}"/>
              </a:ext>
            </a:extLst>
          </p:cNvPr>
          <p:cNvSpPr/>
          <p:nvPr/>
        </p:nvSpPr>
        <p:spPr>
          <a:xfrm>
            <a:off x="4600749" y="3868466"/>
            <a:ext cx="74341" cy="427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D5104DE-9FA3-31DD-8B78-05CA20C26B70}"/>
              </a:ext>
            </a:extLst>
          </p:cNvPr>
          <p:cNvSpPr/>
          <p:nvPr/>
        </p:nvSpPr>
        <p:spPr>
          <a:xfrm>
            <a:off x="3802740" y="3305097"/>
            <a:ext cx="929268" cy="5203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00"/>
                </a:solidFill>
                <a:ea typeface="맑은 고딕"/>
                <a:cs typeface="Calibri"/>
              </a:rPr>
              <a:t>1.5/50kg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6F438B6-28CE-64DC-ADB0-F8963FBBE988}"/>
              </a:ext>
            </a:extLst>
          </p:cNvPr>
          <p:cNvSpPr/>
          <p:nvPr/>
        </p:nvSpPr>
        <p:spPr>
          <a:xfrm>
            <a:off x="635694" y="3053418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3번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01F864CF-193A-07FB-8881-E09E094D07FA}"/>
              </a:ext>
            </a:extLst>
          </p:cNvPr>
          <p:cNvSpPr/>
          <p:nvPr/>
        </p:nvSpPr>
        <p:spPr>
          <a:xfrm>
            <a:off x="1434864" y="3053418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4번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C16B69B-3B58-05F7-9B2C-A61AFF6FC5AB}"/>
              </a:ext>
            </a:extLst>
          </p:cNvPr>
          <p:cNvSpPr/>
          <p:nvPr/>
        </p:nvSpPr>
        <p:spPr>
          <a:xfrm>
            <a:off x="2215449" y="3053418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5번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402BD456-AE32-4F46-C529-803F0CEEF91D}"/>
              </a:ext>
            </a:extLst>
          </p:cNvPr>
          <p:cNvSpPr/>
          <p:nvPr/>
        </p:nvSpPr>
        <p:spPr>
          <a:xfrm>
            <a:off x="3005327" y="3053418"/>
            <a:ext cx="667925" cy="6491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ea typeface="맑은 고딕"/>
                <a:cs typeface="Calibri"/>
              </a:rPr>
              <a:t>6번</a:t>
            </a:r>
            <a:endParaRPr lang="ko-KR" altLang="en-US" sz="1000" dirty="0">
              <a:solidFill>
                <a:srgbClr val="000000"/>
              </a:solidFill>
            </a:endParaRPr>
          </a:p>
        </p:txBody>
      </p:sp>
      <p:pic>
        <p:nvPicPr>
          <p:cNvPr id="80" name="그림 80">
            <a:extLst>
              <a:ext uri="{FF2B5EF4-FFF2-40B4-BE49-F238E27FC236}">
                <a16:creationId xmlns:a16="http://schemas.microsoft.com/office/drawing/2014/main" id="{2A8A0249-15AA-6B29-1781-1C24EFE6FE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669" y="4036742"/>
            <a:ext cx="550127" cy="53154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7B12C042-2CDD-DE54-29C3-294F9B3A1235}"/>
              </a:ext>
            </a:extLst>
          </p:cNvPr>
          <p:cNvSpPr txBox="1"/>
          <p:nvPr/>
        </p:nvSpPr>
        <p:spPr>
          <a:xfrm>
            <a:off x="1032746" y="4319838"/>
            <a:ext cx="2535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>
                <a:ea typeface="맑은 고딕"/>
                <a:cs typeface="Calibri"/>
              </a:rPr>
              <a:t>3</a:t>
            </a:r>
            <a:endParaRPr lang="ko-KR" altLang="en-US" dirty="0"/>
          </a:p>
        </p:txBody>
      </p:sp>
      <p:pic>
        <p:nvPicPr>
          <p:cNvPr id="83" name="그림 127">
            <a:extLst>
              <a:ext uri="{FF2B5EF4-FFF2-40B4-BE49-F238E27FC236}">
                <a16:creationId xmlns:a16="http://schemas.microsoft.com/office/drawing/2014/main" id="{BD612784-2D16-F9EE-B1BF-F8679CC3B5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9815" y="1462667"/>
            <a:ext cx="596591" cy="587299"/>
          </a:xfrm>
          <a:prstGeom prst="rect">
            <a:avLst/>
          </a:prstGeom>
        </p:spPr>
      </p:pic>
      <p:pic>
        <p:nvPicPr>
          <p:cNvPr id="85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B8A7804E-A0B5-03AE-E77A-D8A1BF9D1B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>
            <a:off x="2472491" y="717678"/>
            <a:ext cx="501031" cy="502595"/>
          </a:xfrm>
          <a:prstGeom prst="parallelogram">
            <a:avLst/>
          </a:prstGeom>
        </p:spPr>
      </p:pic>
      <p:grpSp>
        <p:nvGrpSpPr>
          <p:cNvPr id="96" name="그룹 95">
            <a:extLst>
              <a:ext uri="{FF2B5EF4-FFF2-40B4-BE49-F238E27FC236}">
                <a16:creationId xmlns:a16="http://schemas.microsoft.com/office/drawing/2014/main" id="{B62F161E-9BD5-13AB-9D38-03DEBDC20E9E}"/>
              </a:ext>
            </a:extLst>
          </p:cNvPr>
          <p:cNvGrpSpPr/>
          <p:nvPr/>
        </p:nvGrpSpPr>
        <p:grpSpPr>
          <a:xfrm>
            <a:off x="4863751" y="66312"/>
            <a:ext cx="2490360" cy="1461856"/>
            <a:chOff x="4863751" y="66312"/>
            <a:chExt cx="2490360" cy="1461856"/>
          </a:xfrm>
        </p:grpSpPr>
        <p:sp>
          <p:nvSpPr>
            <p:cNvPr id="88" name="육각형 87">
              <a:extLst>
                <a:ext uri="{FF2B5EF4-FFF2-40B4-BE49-F238E27FC236}">
                  <a16:creationId xmlns:a16="http://schemas.microsoft.com/office/drawing/2014/main" id="{4D902834-CADB-A6BB-3817-DEB564B6D41E}"/>
                </a:ext>
              </a:extLst>
            </p:cNvPr>
            <p:cNvSpPr/>
            <p:nvPr/>
          </p:nvSpPr>
          <p:spPr>
            <a:xfrm>
              <a:off x="4863751" y="122062"/>
              <a:ext cx="2434682" cy="1347439"/>
            </a:xfrm>
            <a:prstGeom prst="hexagon">
              <a:avLst/>
            </a:prstGeom>
            <a:solidFill>
              <a:srgbClr val="2BF4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66D924F6-1776-8080-5963-C13DA4AF8E72}"/>
                </a:ext>
              </a:extLst>
            </p:cNvPr>
            <p:cNvSpPr/>
            <p:nvPr/>
          </p:nvSpPr>
          <p:spPr>
            <a:xfrm>
              <a:off x="5191335" y="18856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126BAAEB-0F3E-2CB3-B58A-33B707DF5ABF}"/>
                </a:ext>
              </a:extLst>
            </p:cNvPr>
            <p:cNvSpPr/>
            <p:nvPr/>
          </p:nvSpPr>
          <p:spPr>
            <a:xfrm>
              <a:off x="5925457" y="18856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8486AF3D-2F22-21E2-6097-1D9D15843DE7}"/>
                </a:ext>
              </a:extLst>
            </p:cNvPr>
            <p:cNvSpPr/>
            <p:nvPr/>
          </p:nvSpPr>
          <p:spPr>
            <a:xfrm>
              <a:off x="5191335" y="904099"/>
              <a:ext cx="649340" cy="5375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CDFDB8FB-3134-4EA7-BD50-4D1153A61C6D}"/>
                </a:ext>
              </a:extLst>
            </p:cNvPr>
            <p:cNvSpPr/>
            <p:nvPr/>
          </p:nvSpPr>
          <p:spPr>
            <a:xfrm>
              <a:off x="5925457" y="904099"/>
              <a:ext cx="649340" cy="5375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C36E622-1941-941D-00D9-346BB174BBEA}"/>
                </a:ext>
              </a:extLst>
            </p:cNvPr>
            <p:cNvSpPr/>
            <p:nvPr/>
          </p:nvSpPr>
          <p:spPr>
            <a:xfrm>
              <a:off x="6834128" y="145430"/>
              <a:ext cx="111512" cy="131026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B7C9D40-E588-B247-3F8B-4F4AACE188DD}"/>
                </a:ext>
              </a:extLst>
            </p:cNvPr>
            <p:cNvSpPr/>
            <p:nvPr/>
          </p:nvSpPr>
          <p:spPr>
            <a:xfrm>
              <a:off x="6862587" y="145818"/>
              <a:ext cx="55756" cy="2323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A7DE8F12-442D-BA58-784C-68525F17013E}"/>
                </a:ext>
              </a:extLst>
            </p:cNvPr>
            <p:cNvSpPr/>
            <p:nvPr/>
          </p:nvSpPr>
          <p:spPr>
            <a:xfrm rot="-10800000" flipH="1" flipV="1">
              <a:off x="6963021" y="66312"/>
              <a:ext cx="391090" cy="14618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0</a:t>
              </a:r>
            </a:p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/</a:t>
              </a:r>
            </a:p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5kg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25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DE9534-0EA3-A5A3-56B2-69E985A11902}"/>
              </a:ext>
            </a:extLst>
          </p:cNvPr>
          <p:cNvSpPr/>
          <p:nvPr/>
        </p:nvSpPr>
        <p:spPr>
          <a:xfrm>
            <a:off x="464" y="0"/>
            <a:ext cx="12191637" cy="6856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0CC57E1F-95F2-23B9-7C91-3F547187B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4704633"/>
            <a:ext cx="711401" cy="714878"/>
          </a:xfrm>
          <a:prstGeom prst="rect">
            <a:avLst/>
          </a:prstGeom>
        </p:spPr>
      </p:pic>
      <p:pic>
        <p:nvPicPr>
          <p:cNvPr id="21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E82FCDAB-A8DF-E200-CA0F-C5DDD5BC8A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5406868"/>
            <a:ext cx="711401" cy="714878"/>
          </a:xfrm>
          <a:prstGeom prst="rect">
            <a:avLst/>
          </a:prstGeom>
        </p:spPr>
      </p:pic>
      <p:pic>
        <p:nvPicPr>
          <p:cNvPr id="22" name="그림 21" descr="사람이(가) 표시된 사진&#10;&#10;자동 생성된 설명">
            <a:extLst>
              <a:ext uri="{FF2B5EF4-FFF2-40B4-BE49-F238E27FC236}">
                <a16:creationId xmlns:a16="http://schemas.microsoft.com/office/drawing/2014/main" id="{378A0CA4-FA55-768F-6570-76A840B29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6101633"/>
            <a:ext cx="711401" cy="71487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BD487D-F07B-7132-48B9-4214C4D302E8}"/>
              </a:ext>
            </a:extLst>
          </p:cNvPr>
          <p:cNvSpPr/>
          <p:nvPr/>
        </p:nvSpPr>
        <p:spPr>
          <a:xfrm>
            <a:off x="221722" y="4703516"/>
            <a:ext cx="712199" cy="5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0E3A7C-288A-E841-60A6-7DBC01B7E1BB}"/>
              </a:ext>
            </a:extLst>
          </p:cNvPr>
          <p:cNvSpPr/>
          <p:nvPr/>
        </p:nvSpPr>
        <p:spPr>
          <a:xfrm>
            <a:off x="222993" y="5404555"/>
            <a:ext cx="218423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90F979-33D7-C84D-6751-9EBE16F5C22A}"/>
              </a:ext>
            </a:extLst>
          </p:cNvPr>
          <p:cNvSpPr/>
          <p:nvPr/>
        </p:nvSpPr>
        <p:spPr>
          <a:xfrm>
            <a:off x="222993" y="6117787"/>
            <a:ext cx="480551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9B74F5-3E42-279B-BA70-46E60B42698C}"/>
              </a:ext>
            </a:extLst>
          </p:cNvPr>
          <p:cNvSpPr/>
          <p:nvPr/>
        </p:nvSpPr>
        <p:spPr>
          <a:xfrm>
            <a:off x="-64" y="4702019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1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C5D22-867D-2ABF-7473-3DADA8F16097}"/>
              </a:ext>
            </a:extLst>
          </p:cNvPr>
          <p:cNvSpPr/>
          <p:nvPr/>
        </p:nvSpPr>
        <p:spPr>
          <a:xfrm>
            <a:off x="-65" y="540915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2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2F691-843E-2E0D-2234-279EFD71FA51}"/>
              </a:ext>
            </a:extLst>
          </p:cNvPr>
          <p:cNvSpPr/>
          <p:nvPr/>
        </p:nvSpPr>
        <p:spPr>
          <a:xfrm>
            <a:off x="-65" y="611019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3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031D170C-6F2A-7F2B-C9B8-8323269C84CE}"/>
              </a:ext>
            </a:extLst>
          </p:cNvPr>
          <p:cNvGraphicFramePr>
            <a:graphicFrameLocks noGrp="1"/>
          </p:cNvGraphicFramePr>
          <p:nvPr/>
        </p:nvGraphicFramePr>
        <p:xfrm>
          <a:off x="206482" y="4687348"/>
          <a:ext cx="735753" cy="212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753">
                  <a:extLst>
                    <a:ext uri="{9D8B030D-6E8A-4147-A177-3AD203B41FA5}">
                      <a16:colId xmlns:a16="http://schemas.microsoft.com/office/drawing/2014/main" val="3150379429"/>
                    </a:ext>
                  </a:extLst>
                </a:gridCol>
              </a:tblGrid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80552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17199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60965"/>
                  </a:ext>
                </a:extLst>
              </a:tr>
            </a:tbl>
          </a:graphicData>
        </a:graphic>
      </p:graphicFrame>
      <p:sp>
        <p:nvSpPr>
          <p:cNvPr id="43" name="타원 42">
            <a:extLst>
              <a:ext uri="{FF2B5EF4-FFF2-40B4-BE49-F238E27FC236}">
                <a16:creationId xmlns:a16="http://schemas.microsoft.com/office/drawing/2014/main" id="{2009687C-C02B-82EC-FF37-E0C2C1B28733}"/>
              </a:ext>
            </a:extLst>
          </p:cNvPr>
          <p:cNvSpPr/>
          <p:nvPr/>
        </p:nvSpPr>
        <p:spPr>
          <a:xfrm>
            <a:off x="2790335" y="139923"/>
            <a:ext cx="5343769" cy="520700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8DBAD3-B741-0B00-83F1-51DC0A01ADFD}"/>
              </a:ext>
            </a:extLst>
          </p:cNvPr>
          <p:cNvSpPr/>
          <p:nvPr/>
        </p:nvSpPr>
        <p:spPr>
          <a:xfrm rot="1260000">
            <a:off x="3884998" y="4676399"/>
            <a:ext cx="2543741" cy="996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435AF7-41F6-6A73-EDCA-4251F1C7E1AB}"/>
              </a:ext>
            </a:extLst>
          </p:cNvPr>
          <p:cNvSpPr/>
          <p:nvPr/>
        </p:nvSpPr>
        <p:spPr>
          <a:xfrm>
            <a:off x="3747960" y="1687131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DCD0B1-8457-896D-79DD-7E049895B76E}"/>
              </a:ext>
            </a:extLst>
          </p:cNvPr>
          <p:cNvSpPr/>
          <p:nvPr/>
        </p:nvSpPr>
        <p:spPr>
          <a:xfrm rot="-4140000">
            <a:off x="4936679" y="3582986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763310-3B48-3215-4282-E5FC4BDBB37D}"/>
              </a:ext>
            </a:extLst>
          </p:cNvPr>
          <p:cNvSpPr/>
          <p:nvPr/>
        </p:nvSpPr>
        <p:spPr>
          <a:xfrm>
            <a:off x="6734999" y="693482"/>
            <a:ext cx="231648" cy="4096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8">
            <a:extLst>
              <a:ext uri="{FF2B5EF4-FFF2-40B4-BE49-F238E27FC236}">
                <a16:creationId xmlns:a16="http://schemas.microsoft.com/office/drawing/2014/main" id="{4F339F99-806F-3590-2654-DB59F7FD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38016" y="2591366"/>
            <a:ext cx="713232" cy="706003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4CA8DA3A-09BB-ABA1-0AC4-AF9316686640}"/>
              </a:ext>
            </a:extLst>
          </p:cNvPr>
          <p:cNvGrpSpPr/>
          <p:nvPr/>
        </p:nvGrpSpPr>
        <p:grpSpPr>
          <a:xfrm>
            <a:off x="6019789" y="3577161"/>
            <a:ext cx="695351" cy="1155760"/>
            <a:chOff x="6019789" y="3577161"/>
            <a:chExt cx="695351" cy="1155760"/>
          </a:xfrm>
        </p:grpSpPr>
        <p:pic>
          <p:nvPicPr>
            <p:cNvPr id="40" name="그림 40" descr="텍스트이(가) 표시된 사진&#10;&#10;자동 생성된 설명">
              <a:extLst>
                <a:ext uri="{FF2B5EF4-FFF2-40B4-BE49-F238E27FC236}">
                  <a16:creationId xmlns:a16="http://schemas.microsoft.com/office/drawing/2014/main" id="{89C5F0A3-200D-85F4-586E-CF8F4895D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789" y="3833761"/>
              <a:ext cx="557784" cy="89916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FC1C94-9F73-2B67-24AC-C83C1FF72B6D}"/>
                </a:ext>
              </a:extLst>
            </p:cNvPr>
            <p:cNvSpPr txBox="1"/>
            <p:nvPr/>
          </p:nvSpPr>
          <p:spPr>
            <a:xfrm>
              <a:off x="6166945" y="357716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1</a:t>
              </a:r>
              <a:endParaRPr lang="ko-KR" altLang="en-US" dirty="0"/>
            </a:p>
          </p:txBody>
        </p:sp>
      </p:grp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584A38E3-3690-E26A-5EFE-1ED64CBF4FE2}"/>
              </a:ext>
            </a:extLst>
          </p:cNvPr>
          <p:cNvGraphicFramePr>
            <a:graphicFrameLocks noGrp="1"/>
          </p:cNvGraphicFramePr>
          <p:nvPr/>
        </p:nvGraphicFramePr>
        <p:xfrm>
          <a:off x="3018691" y="5423732"/>
          <a:ext cx="5789591" cy="1381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3699">
                  <a:extLst>
                    <a:ext uri="{9D8B030D-6E8A-4147-A177-3AD203B41FA5}">
                      <a16:colId xmlns:a16="http://schemas.microsoft.com/office/drawing/2014/main" val="4287114987"/>
                    </a:ext>
                  </a:extLst>
                </a:gridCol>
                <a:gridCol w="2171096">
                  <a:extLst>
                    <a:ext uri="{9D8B030D-6E8A-4147-A177-3AD203B41FA5}">
                      <a16:colId xmlns:a16="http://schemas.microsoft.com/office/drawing/2014/main" val="562580497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42296463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29526874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71507700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3730308119"/>
                    </a:ext>
                  </a:extLst>
                </a:gridCol>
              </a:tblGrid>
              <a:tr h="710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98618"/>
                  </a:ext>
                </a:extLst>
              </a:tr>
              <a:tr h="67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8136"/>
                  </a:ext>
                </a:extLst>
              </a:tr>
            </a:tbl>
          </a:graphicData>
        </a:graphic>
      </p:graphicFrame>
      <p:pic>
        <p:nvPicPr>
          <p:cNvPr id="7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8780EAC1-F10A-9574-0E0C-7BAD64478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 rot="2700000">
            <a:off x="4303150" y="5614922"/>
            <a:ext cx="1002835" cy="1041570"/>
          </a:xfrm>
          <a:prstGeom prst="parallelogram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E3A369-0371-5DBC-E159-3092C537EA85}"/>
              </a:ext>
            </a:extLst>
          </p:cNvPr>
          <p:cNvSpPr/>
          <p:nvPr/>
        </p:nvSpPr>
        <p:spPr>
          <a:xfrm>
            <a:off x="3007594" y="5318684"/>
            <a:ext cx="2894567" cy="8887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C801F5-FF52-8E19-71EF-5C251463BF1D}"/>
              </a:ext>
            </a:extLst>
          </p:cNvPr>
          <p:cNvSpPr/>
          <p:nvPr/>
        </p:nvSpPr>
        <p:spPr>
          <a:xfrm>
            <a:off x="5921482" y="5318684"/>
            <a:ext cx="2894567" cy="8887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952373-38FA-330D-B967-89E3655628D7}"/>
              </a:ext>
            </a:extLst>
          </p:cNvPr>
          <p:cNvSpPr/>
          <p:nvPr/>
        </p:nvSpPr>
        <p:spPr>
          <a:xfrm rot="-2520000">
            <a:off x="3357000" y="4557299"/>
            <a:ext cx="1076486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068F0CC-824F-02B1-2A76-8FAA62A546DF}"/>
              </a:ext>
            </a:extLst>
          </p:cNvPr>
          <p:cNvSpPr/>
          <p:nvPr/>
        </p:nvSpPr>
        <p:spPr>
          <a:xfrm rot="5400000">
            <a:off x="2324519" y="2086409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F83852-5809-55F6-BAE7-2A452DDF4D7A}"/>
              </a:ext>
            </a:extLst>
          </p:cNvPr>
          <p:cNvSpPr/>
          <p:nvPr/>
        </p:nvSpPr>
        <p:spPr>
          <a:xfrm rot="8100000">
            <a:off x="1846241" y="147032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8BA09DB-E3C3-3AC2-BAB8-AB297DCEA747}"/>
              </a:ext>
            </a:extLst>
          </p:cNvPr>
          <p:cNvSpPr/>
          <p:nvPr/>
        </p:nvSpPr>
        <p:spPr>
          <a:xfrm rot="3180000">
            <a:off x="1886771" y="258900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A90D0EB-6952-E19D-D97D-C382DA49C889}"/>
              </a:ext>
            </a:extLst>
          </p:cNvPr>
          <p:cNvSpPr/>
          <p:nvPr/>
        </p:nvSpPr>
        <p:spPr>
          <a:xfrm rot="5400000">
            <a:off x="5433315" y="1993185"/>
            <a:ext cx="4464954" cy="1377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2">
            <a:extLst>
              <a:ext uri="{FF2B5EF4-FFF2-40B4-BE49-F238E27FC236}">
                <a16:creationId xmlns:a16="http://schemas.microsoft.com/office/drawing/2014/main" id="{93309B4A-D318-B4D6-6BD0-AAD471EB2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0000">
            <a:off x="4189784" y="927471"/>
            <a:ext cx="1064369" cy="617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CD081C8D-81B2-7E70-07F0-8666B9411A61}"/>
              </a:ext>
            </a:extLst>
          </p:cNvPr>
          <p:cNvGrpSpPr/>
          <p:nvPr/>
        </p:nvGrpSpPr>
        <p:grpSpPr>
          <a:xfrm>
            <a:off x="5023104" y="2092071"/>
            <a:ext cx="823031" cy="1145725"/>
            <a:chOff x="5023104" y="2092071"/>
            <a:chExt cx="823031" cy="1145725"/>
          </a:xfrm>
        </p:grpSpPr>
        <p:pic>
          <p:nvPicPr>
            <p:cNvPr id="37" name="그림 37">
              <a:extLst>
                <a:ext uri="{FF2B5EF4-FFF2-40B4-BE49-F238E27FC236}">
                  <a16:creationId xmlns:a16="http://schemas.microsoft.com/office/drawing/2014/main" id="{8C2437D8-3875-9885-6546-80B7C92C0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3104" y="2425387"/>
              <a:ext cx="713232" cy="81240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6FB7750-A348-BB8E-9924-5BC1C8B50CFB}"/>
                </a:ext>
              </a:extLst>
            </p:cNvPr>
            <p:cNvSpPr txBox="1"/>
            <p:nvPr/>
          </p:nvSpPr>
          <p:spPr>
            <a:xfrm>
              <a:off x="5297940" y="209207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 err="1">
                  <a:ea typeface="맑은 고딕"/>
                  <a:cs typeface="Calibri"/>
                </a:rPr>
                <a:t>P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3CDB58A-542F-A23E-3B75-4125ECEC032B}"/>
              </a:ext>
            </a:extLst>
          </p:cNvPr>
          <p:cNvSpPr txBox="1"/>
          <p:nvPr/>
        </p:nvSpPr>
        <p:spPr>
          <a:xfrm>
            <a:off x="4414345" y="584285"/>
            <a:ext cx="122102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ea typeface="맑은 고딕"/>
                <a:cs typeface="Calibri"/>
              </a:rPr>
              <a:t>적(</a:t>
            </a:r>
            <a:r>
              <a:rPr lang="ko-KR" altLang="en-US" sz="800" dirty="0" err="1">
                <a:ea typeface="맑은 고딕"/>
                <a:cs typeface="Calibri"/>
              </a:rPr>
              <a:t>표시X</a:t>
            </a:r>
            <a:r>
              <a:rPr lang="ko-KR" altLang="en-US" sz="800" dirty="0">
                <a:ea typeface="맑은 고딕"/>
                <a:cs typeface="Calibri"/>
              </a:rPr>
              <a:t>)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B3F2D7-8EC8-0DEF-BBB2-D459AE0B8350}"/>
              </a:ext>
            </a:extLst>
          </p:cNvPr>
          <p:cNvGrpSpPr/>
          <p:nvPr/>
        </p:nvGrpSpPr>
        <p:grpSpPr>
          <a:xfrm>
            <a:off x="3240962" y="3856519"/>
            <a:ext cx="695351" cy="1155760"/>
            <a:chOff x="3338654" y="3846750"/>
            <a:chExt cx="695351" cy="115576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1F52FB0-F262-39E2-3439-A047F593B82B}"/>
                </a:ext>
              </a:extLst>
            </p:cNvPr>
            <p:cNvGrpSpPr/>
            <p:nvPr/>
          </p:nvGrpSpPr>
          <p:grpSpPr>
            <a:xfrm>
              <a:off x="3338654" y="3846750"/>
              <a:ext cx="695351" cy="1155760"/>
              <a:chOff x="6019789" y="3577161"/>
              <a:chExt cx="695351" cy="1155760"/>
            </a:xfrm>
          </p:grpSpPr>
          <p:pic>
            <p:nvPicPr>
              <p:cNvPr id="64" name="그림 4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1C4C3CE-C982-5217-34E3-19AFB5755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789" y="3833761"/>
                <a:ext cx="557784" cy="899160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12E17E-BAD7-03D1-92BE-ECB432523EC2}"/>
                  </a:ext>
                </a:extLst>
              </p:cNvPr>
              <p:cNvSpPr txBox="1"/>
              <p:nvPr/>
            </p:nvSpPr>
            <p:spPr>
              <a:xfrm>
                <a:off x="6166945" y="3577161"/>
                <a:ext cx="54819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endParaRPr lang="ko-KR" altLang="en-US" dirty="0">
                  <a:ea typeface="맑은 고딕"/>
                  <a:cs typeface="Calibri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ABBA3-10A5-99A4-4C9B-DDD49B293930}"/>
                </a:ext>
              </a:extLst>
            </p:cNvPr>
            <p:cNvSpPr txBox="1"/>
            <p:nvPr/>
          </p:nvSpPr>
          <p:spPr>
            <a:xfrm>
              <a:off x="3466730" y="3885869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2</a:t>
              </a: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E5378E-A2C5-1152-0AE6-146C3AC67765}"/>
              </a:ext>
            </a:extLst>
          </p:cNvPr>
          <p:cNvSpPr/>
          <p:nvPr/>
        </p:nvSpPr>
        <p:spPr>
          <a:xfrm rot="19080000">
            <a:off x="3481907" y="4533428"/>
            <a:ext cx="888338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7D141A6-ECE9-5E1E-A0D1-0D03FCA5B226}"/>
              </a:ext>
            </a:extLst>
          </p:cNvPr>
          <p:cNvSpPr/>
          <p:nvPr/>
        </p:nvSpPr>
        <p:spPr>
          <a:xfrm rot="3060000">
            <a:off x="2756096" y="4358682"/>
            <a:ext cx="991820" cy="5730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E30F40-D8A6-CA9A-6C3F-79D1BA768DA8}"/>
              </a:ext>
            </a:extLst>
          </p:cNvPr>
          <p:cNvSpPr/>
          <p:nvPr/>
        </p:nvSpPr>
        <p:spPr>
          <a:xfrm>
            <a:off x="101" y="0"/>
            <a:ext cx="1475154" cy="51089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적 </a:t>
            </a:r>
            <a:r>
              <a:rPr lang="ko-KR" altLang="en-US" sz="2000" b="1" dirty="0" err="1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루팅</a:t>
            </a: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14E217D-AE2E-5115-2377-ECCADCA94913}"/>
              </a:ext>
            </a:extLst>
          </p:cNvPr>
          <p:cNvGrpSpPr/>
          <p:nvPr/>
        </p:nvGrpSpPr>
        <p:grpSpPr>
          <a:xfrm>
            <a:off x="516228" y="454988"/>
            <a:ext cx="4235882" cy="5864035"/>
            <a:chOff x="488350" y="454988"/>
            <a:chExt cx="4235882" cy="586403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EC98A84-9F20-0B45-47A6-45B544AB3DF8}"/>
                </a:ext>
              </a:extLst>
            </p:cNvPr>
            <p:cNvSpPr/>
            <p:nvPr/>
          </p:nvSpPr>
          <p:spPr>
            <a:xfrm>
              <a:off x="490900" y="454988"/>
              <a:ext cx="4233332" cy="5776147"/>
            </a:xfrm>
            <a:prstGeom prst="rect">
              <a:avLst/>
            </a:prstGeom>
            <a:solidFill>
              <a:schemeClr val="accent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35A2C988-240B-524E-A341-0C06EE5A5273}"/>
                </a:ext>
              </a:extLst>
            </p:cNvPr>
            <p:cNvGrpSpPr/>
            <p:nvPr/>
          </p:nvGrpSpPr>
          <p:grpSpPr>
            <a:xfrm>
              <a:off x="488350" y="3828585"/>
              <a:ext cx="4228169" cy="2490438"/>
              <a:chOff x="488350" y="3828585"/>
              <a:chExt cx="4228169" cy="2490438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E68D97F-F527-3AEB-BEF6-57F07C035324}"/>
                  </a:ext>
                </a:extLst>
              </p:cNvPr>
              <p:cNvSpPr/>
              <p:nvPr/>
            </p:nvSpPr>
            <p:spPr>
              <a:xfrm>
                <a:off x="488350" y="3828585"/>
                <a:ext cx="4228169" cy="249043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39C9AC17-DDB8-04C6-EB70-73F636D841B0}"/>
                  </a:ext>
                </a:extLst>
              </p:cNvPr>
              <p:cNvGrpSpPr/>
              <p:nvPr/>
            </p:nvGrpSpPr>
            <p:grpSpPr>
              <a:xfrm>
                <a:off x="633630" y="3976031"/>
                <a:ext cx="3828928" cy="2192156"/>
                <a:chOff x="633630" y="3976031"/>
                <a:chExt cx="3828928" cy="2192156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0247617E-0601-1E54-143C-881592A0B5F3}"/>
                    </a:ext>
                  </a:extLst>
                </p:cNvPr>
                <p:cNvSpPr/>
                <p:nvPr/>
              </p:nvSpPr>
              <p:spPr>
                <a:xfrm>
                  <a:off x="2204667" y="3976261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7281355-ACEE-E0C2-1FAE-C4227B250627}"/>
                    </a:ext>
                  </a:extLst>
                </p:cNvPr>
                <p:cNvSpPr/>
                <p:nvPr/>
              </p:nvSpPr>
              <p:spPr>
                <a:xfrm>
                  <a:off x="633630" y="3976261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FBF02320-9594-C70F-258A-D70BC0796636}"/>
                    </a:ext>
                  </a:extLst>
                </p:cNvPr>
                <p:cNvSpPr/>
                <p:nvPr/>
              </p:nvSpPr>
              <p:spPr>
                <a:xfrm>
                  <a:off x="2204667" y="474766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119EB32-607E-F9EB-A8EA-B58770F52E13}"/>
                    </a:ext>
                  </a:extLst>
                </p:cNvPr>
                <p:cNvSpPr/>
                <p:nvPr/>
              </p:nvSpPr>
              <p:spPr>
                <a:xfrm>
                  <a:off x="1419148" y="474766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424D2F2C-D186-382E-27E1-6D7F4E41CB22}"/>
                    </a:ext>
                  </a:extLst>
                </p:cNvPr>
                <p:cNvSpPr/>
                <p:nvPr/>
              </p:nvSpPr>
              <p:spPr>
                <a:xfrm>
                  <a:off x="633630" y="474766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사각형: 둥근 모서리 38">
                  <a:extLst>
                    <a:ext uri="{FF2B5EF4-FFF2-40B4-BE49-F238E27FC236}">
                      <a16:creationId xmlns:a16="http://schemas.microsoft.com/office/drawing/2014/main" id="{F784550A-18D9-2018-8F56-1238C8E0A6E3}"/>
                    </a:ext>
                  </a:extLst>
                </p:cNvPr>
                <p:cNvSpPr/>
                <p:nvPr/>
              </p:nvSpPr>
              <p:spPr>
                <a:xfrm>
                  <a:off x="1419148" y="3976261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1C26A840-A9D1-7B39-0DBF-E3ECA8CD9146}"/>
                    </a:ext>
                  </a:extLst>
                </p:cNvPr>
                <p:cNvSpPr/>
                <p:nvPr/>
              </p:nvSpPr>
              <p:spPr>
                <a:xfrm>
                  <a:off x="2204667" y="5519076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C8B0A654-E833-F9E9-41F8-580F96BB6430}"/>
                    </a:ext>
                  </a:extLst>
                </p:cNvPr>
                <p:cNvSpPr/>
                <p:nvPr/>
              </p:nvSpPr>
              <p:spPr>
                <a:xfrm>
                  <a:off x="633630" y="5519076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3B538B92-039C-88EE-2641-FEE914C123E9}"/>
                    </a:ext>
                  </a:extLst>
                </p:cNvPr>
                <p:cNvSpPr/>
                <p:nvPr/>
              </p:nvSpPr>
              <p:spPr>
                <a:xfrm>
                  <a:off x="1419148" y="5519076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53C832AE-6A6A-4E13-6285-DB3CC228F822}"/>
                    </a:ext>
                  </a:extLst>
                </p:cNvPr>
                <p:cNvSpPr/>
                <p:nvPr/>
              </p:nvSpPr>
              <p:spPr>
                <a:xfrm>
                  <a:off x="3794633" y="3976031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EB08ADAE-92E3-0E6B-AF72-81B298DBC1C9}"/>
                    </a:ext>
                  </a:extLst>
                </p:cNvPr>
                <p:cNvSpPr/>
                <p:nvPr/>
              </p:nvSpPr>
              <p:spPr>
                <a:xfrm>
                  <a:off x="3794633" y="474743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22C639C7-DA3E-59D8-E8E1-6265730849B6}"/>
                    </a:ext>
                  </a:extLst>
                </p:cNvPr>
                <p:cNvSpPr/>
                <p:nvPr/>
              </p:nvSpPr>
              <p:spPr>
                <a:xfrm>
                  <a:off x="2990529" y="474743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65D0A6FE-E652-028C-050F-4B52DEAF4873}"/>
                    </a:ext>
                  </a:extLst>
                </p:cNvPr>
                <p:cNvSpPr/>
                <p:nvPr/>
              </p:nvSpPr>
              <p:spPr>
                <a:xfrm>
                  <a:off x="2990529" y="3976031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6" name="사각형: 둥근 모서리 75">
                  <a:extLst>
                    <a:ext uri="{FF2B5EF4-FFF2-40B4-BE49-F238E27FC236}">
                      <a16:creationId xmlns:a16="http://schemas.microsoft.com/office/drawing/2014/main" id="{10BD7EDF-A262-1650-43EB-35AC7CB41B7F}"/>
                    </a:ext>
                  </a:extLst>
                </p:cNvPr>
                <p:cNvSpPr/>
                <p:nvPr/>
              </p:nvSpPr>
              <p:spPr>
                <a:xfrm>
                  <a:off x="3794633" y="5518846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" name="사각형: 둥근 모서리 76">
                  <a:extLst>
                    <a:ext uri="{FF2B5EF4-FFF2-40B4-BE49-F238E27FC236}">
                      <a16:creationId xmlns:a16="http://schemas.microsoft.com/office/drawing/2014/main" id="{0D0EAB5A-DC28-E7A2-67F1-2DFD81A31DFF}"/>
                    </a:ext>
                  </a:extLst>
                </p:cNvPr>
                <p:cNvSpPr/>
                <p:nvPr/>
              </p:nvSpPr>
              <p:spPr>
                <a:xfrm>
                  <a:off x="2990529" y="5518846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45DBC73-6F4E-688C-C869-3CE5778403A1}"/>
                </a:ext>
              </a:extLst>
            </p:cNvPr>
            <p:cNvSpPr/>
            <p:nvPr/>
          </p:nvSpPr>
          <p:spPr>
            <a:xfrm>
              <a:off x="3953756" y="6556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상체 파츠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C37A820-5B10-B71A-DE0E-11AE25E6E561}"/>
                </a:ext>
              </a:extLst>
            </p:cNvPr>
            <p:cNvSpPr/>
            <p:nvPr/>
          </p:nvSpPr>
          <p:spPr>
            <a:xfrm>
              <a:off x="2382719" y="6556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무기1</a:t>
              </a:r>
              <a:endParaRPr lang="ko-KR" altLang="en-US" sz="1000" dirty="0" err="1">
                <a:solidFill>
                  <a:srgbClr val="000000"/>
                </a:solidFill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2752D6-EC85-46A2-BC91-6E8E93EDF31C}"/>
                </a:ext>
              </a:extLst>
            </p:cNvPr>
            <p:cNvSpPr/>
            <p:nvPr/>
          </p:nvSpPr>
          <p:spPr>
            <a:xfrm>
              <a:off x="3953756" y="142708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하체 파츠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623E4EB-46D0-AF1F-D069-021CD66442A3}"/>
                </a:ext>
              </a:extLst>
            </p:cNvPr>
            <p:cNvSpPr/>
            <p:nvPr/>
          </p:nvSpPr>
          <p:spPr>
            <a:xfrm>
              <a:off x="3168237" y="142708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발 파츠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2B23752-9456-DF10-4392-E3B07948F1F0}"/>
                </a:ext>
              </a:extLst>
            </p:cNvPr>
            <p:cNvSpPr/>
            <p:nvPr/>
          </p:nvSpPr>
          <p:spPr>
            <a:xfrm>
              <a:off x="2382719" y="142708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무기2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26D6A51-4159-947D-4E60-26493E240643}"/>
                </a:ext>
              </a:extLst>
            </p:cNvPr>
            <p:cNvSpPr/>
            <p:nvPr/>
          </p:nvSpPr>
          <p:spPr>
            <a:xfrm>
              <a:off x="3168237" y="655676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머리 파츠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pic>
          <p:nvPicPr>
            <p:cNvPr id="11" name="그림 37">
              <a:extLst>
                <a:ext uri="{FF2B5EF4-FFF2-40B4-BE49-F238E27FC236}">
                  <a16:creationId xmlns:a16="http://schemas.microsoft.com/office/drawing/2014/main" id="{8EA8C4DB-3F2D-3934-7AE2-AEB0FD3D8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319" y="658676"/>
              <a:ext cx="1625750" cy="1856630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B82C450-2305-6DB7-5549-1A4B64AAB718}"/>
                </a:ext>
              </a:extLst>
            </p:cNvPr>
            <p:cNvSpPr/>
            <p:nvPr/>
          </p:nvSpPr>
          <p:spPr>
            <a:xfrm>
              <a:off x="3953756" y="219849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 err="1">
                  <a:solidFill>
                    <a:srgbClr val="000000"/>
                  </a:solidFill>
                  <a:ea typeface="맑은 고딕"/>
                  <a:cs typeface="Calibri"/>
                </a:rPr>
                <a:t>아티팩트</a:t>
              </a:r>
              <a:endParaRPr lang="ko-KR" altLang="en-US" sz="1000" dirty="0" err="1">
                <a:solidFill>
                  <a:srgbClr val="000000"/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EF9C860-4FFF-E9CD-BA7A-40555BF1422B}"/>
                </a:ext>
              </a:extLst>
            </p:cNvPr>
            <p:cNvSpPr/>
            <p:nvPr/>
          </p:nvSpPr>
          <p:spPr>
            <a:xfrm>
              <a:off x="2382719" y="219849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가방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FFBF3E1-39E4-A8F0-EFF3-490F25AF9771}"/>
                </a:ext>
              </a:extLst>
            </p:cNvPr>
            <p:cNvSpPr/>
            <p:nvPr/>
          </p:nvSpPr>
          <p:spPr>
            <a:xfrm>
              <a:off x="3168237" y="2198491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손 파츠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7882B98-7753-0F29-8C83-5A9A009EB8CB}"/>
                </a:ext>
              </a:extLst>
            </p:cNvPr>
            <p:cNvSpPr/>
            <p:nvPr/>
          </p:nvSpPr>
          <p:spPr>
            <a:xfrm>
              <a:off x="4535119" y="3830908"/>
              <a:ext cx="176560" cy="24811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7381209-48BF-6E76-9999-A928DAB7ED2A}"/>
                </a:ext>
              </a:extLst>
            </p:cNvPr>
            <p:cNvSpPr/>
            <p:nvPr/>
          </p:nvSpPr>
          <p:spPr>
            <a:xfrm>
              <a:off x="4600749" y="3868466"/>
              <a:ext cx="74341" cy="4274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D5104DE-9FA3-31DD-8B78-05CA20C26B70}"/>
                </a:ext>
              </a:extLst>
            </p:cNvPr>
            <p:cNvSpPr/>
            <p:nvPr/>
          </p:nvSpPr>
          <p:spPr>
            <a:xfrm>
              <a:off x="3793447" y="3305097"/>
              <a:ext cx="929268" cy="5203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400" dirty="0">
                  <a:solidFill>
                    <a:srgbClr val="000000"/>
                  </a:solidFill>
                  <a:ea typeface="맑은 고딕"/>
                  <a:cs typeface="Calibri"/>
                </a:rPr>
                <a:t>15.5/50kg</a:t>
              </a:r>
              <a:endParaRPr lang="ko-KR" alt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A6F438B6-28CE-64DC-ADB0-F8963FBBE988}"/>
                </a:ext>
              </a:extLst>
            </p:cNvPr>
            <p:cNvSpPr/>
            <p:nvPr/>
          </p:nvSpPr>
          <p:spPr>
            <a:xfrm>
              <a:off x="635694" y="305341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3번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1F864CF-193A-07FB-8881-E09E094D07FA}"/>
                </a:ext>
              </a:extLst>
            </p:cNvPr>
            <p:cNvSpPr/>
            <p:nvPr/>
          </p:nvSpPr>
          <p:spPr>
            <a:xfrm>
              <a:off x="1434864" y="305341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4번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3C16B69B-3B58-05F7-9B2C-A61AFF6FC5AB}"/>
                </a:ext>
              </a:extLst>
            </p:cNvPr>
            <p:cNvSpPr/>
            <p:nvPr/>
          </p:nvSpPr>
          <p:spPr>
            <a:xfrm>
              <a:off x="2215449" y="305341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5번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402BD456-AE32-4F46-C529-803F0CEEF91D}"/>
                </a:ext>
              </a:extLst>
            </p:cNvPr>
            <p:cNvSpPr/>
            <p:nvPr/>
          </p:nvSpPr>
          <p:spPr>
            <a:xfrm>
              <a:off x="3005327" y="3053418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6번</a:t>
              </a:r>
              <a:endParaRPr lang="ko-KR" altLang="en-US" sz="1000" dirty="0">
                <a:solidFill>
                  <a:srgbClr val="000000"/>
                </a:solidFill>
              </a:endParaRPr>
            </a:p>
          </p:txBody>
        </p:sp>
        <p:pic>
          <p:nvPicPr>
            <p:cNvPr id="80" name="그림 80">
              <a:extLst>
                <a:ext uri="{FF2B5EF4-FFF2-40B4-BE49-F238E27FC236}">
                  <a16:creationId xmlns:a16="http://schemas.microsoft.com/office/drawing/2014/main" id="{2A8A0249-15AA-6B29-1781-1C24EFE6F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0669" y="4036742"/>
              <a:ext cx="550127" cy="531542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B12C042-2CDD-DE54-29C3-294F9B3A1235}"/>
                </a:ext>
              </a:extLst>
            </p:cNvPr>
            <p:cNvSpPr txBox="1"/>
            <p:nvPr/>
          </p:nvSpPr>
          <p:spPr>
            <a:xfrm>
              <a:off x="1032746" y="4319838"/>
              <a:ext cx="25351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3</a:t>
              </a:r>
              <a:endParaRPr lang="ko-KR" altLang="en-US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202267EE-F937-EA35-7FB2-85210819BF2C}"/>
              </a:ext>
            </a:extLst>
          </p:cNvPr>
          <p:cNvGrpSpPr/>
          <p:nvPr/>
        </p:nvGrpSpPr>
        <p:grpSpPr>
          <a:xfrm>
            <a:off x="7439277" y="496805"/>
            <a:ext cx="4243658" cy="5780400"/>
            <a:chOff x="7411399" y="510745"/>
            <a:chExt cx="4243658" cy="5780400"/>
          </a:xfrm>
        </p:grpSpPr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C159C08B-0DF5-9E8D-B059-A3544B6E1AA3}"/>
                </a:ext>
              </a:extLst>
            </p:cNvPr>
            <p:cNvGrpSpPr/>
            <p:nvPr/>
          </p:nvGrpSpPr>
          <p:grpSpPr>
            <a:xfrm>
              <a:off x="7411399" y="510745"/>
              <a:ext cx="4243658" cy="5780400"/>
              <a:chOff x="7411399" y="510745"/>
              <a:chExt cx="4243658" cy="5780400"/>
            </a:xfrm>
          </p:grpSpPr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BF66C9BC-5E88-A2B4-72A4-32ED1EEA0B27}"/>
                  </a:ext>
                </a:extLst>
              </p:cNvPr>
              <p:cNvGrpSpPr/>
              <p:nvPr/>
            </p:nvGrpSpPr>
            <p:grpSpPr>
              <a:xfrm>
                <a:off x="7411399" y="510745"/>
                <a:ext cx="4243658" cy="5780400"/>
                <a:chOff x="7411399" y="510745"/>
                <a:chExt cx="4243658" cy="5780400"/>
              </a:xfrm>
            </p:grpSpPr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2C027CB2-147E-4044-EF1B-9A93FA701701}"/>
                    </a:ext>
                  </a:extLst>
                </p:cNvPr>
                <p:cNvSpPr/>
                <p:nvPr/>
              </p:nvSpPr>
              <p:spPr>
                <a:xfrm>
                  <a:off x="7413949" y="510745"/>
                  <a:ext cx="4233332" cy="5776147"/>
                </a:xfrm>
                <a:prstGeom prst="rect">
                  <a:avLst/>
                </a:prstGeom>
                <a:solidFill>
                  <a:schemeClr val="accent3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466A89-3CD9-2E6F-9650-4F6800B55AD4}"/>
                    </a:ext>
                  </a:extLst>
                </p:cNvPr>
                <p:cNvSpPr/>
                <p:nvPr/>
              </p:nvSpPr>
              <p:spPr>
                <a:xfrm>
                  <a:off x="10876805" y="62779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상체 파츠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" name="사각형: 둥근 모서리 82">
                  <a:extLst>
                    <a:ext uri="{FF2B5EF4-FFF2-40B4-BE49-F238E27FC236}">
                      <a16:creationId xmlns:a16="http://schemas.microsoft.com/office/drawing/2014/main" id="{CDFC1888-69DC-94A5-FD69-F95F7FDD53DA}"/>
                    </a:ext>
                  </a:extLst>
                </p:cNvPr>
                <p:cNvSpPr/>
                <p:nvPr/>
              </p:nvSpPr>
              <p:spPr>
                <a:xfrm>
                  <a:off x="9305768" y="62779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무기1</a:t>
                  </a:r>
                  <a:endParaRPr lang="ko-KR" altLang="en-US" sz="1000" dirty="0" err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" name="사각형: 둥근 모서리 83">
                  <a:extLst>
                    <a:ext uri="{FF2B5EF4-FFF2-40B4-BE49-F238E27FC236}">
                      <a16:creationId xmlns:a16="http://schemas.microsoft.com/office/drawing/2014/main" id="{C3392B7C-8F04-48C6-D807-AE97D0669FA3}"/>
                    </a:ext>
                  </a:extLst>
                </p:cNvPr>
                <p:cNvSpPr/>
                <p:nvPr/>
              </p:nvSpPr>
              <p:spPr>
                <a:xfrm>
                  <a:off x="10876805" y="1399205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하체 파츠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83FC24DB-1A40-49D7-244F-CA02AD56911B}"/>
                    </a:ext>
                  </a:extLst>
                </p:cNvPr>
                <p:cNvSpPr/>
                <p:nvPr/>
              </p:nvSpPr>
              <p:spPr>
                <a:xfrm>
                  <a:off x="10091286" y="1399205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발 파츠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6" name="사각형: 둥근 모서리 85">
                  <a:extLst>
                    <a:ext uri="{FF2B5EF4-FFF2-40B4-BE49-F238E27FC236}">
                      <a16:creationId xmlns:a16="http://schemas.microsoft.com/office/drawing/2014/main" id="{93A0D59D-AD05-4FD7-8A26-7D365046B903}"/>
                    </a:ext>
                  </a:extLst>
                </p:cNvPr>
                <p:cNvSpPr/>
                <p:nvPr/>
              </p:nvSpPr>
              <p:spPr>
                <a:xfrm>
                  <a:off x="9305768" y="1399205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무기2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7" name="사각형: 둥근 모서리 86">
                  <a:extLst>
                    <a:ext uri="{FF2B5EF4-FFF2-40B4-BE49-F238E27FC236}">
                      <a16:creationId xmlns:a16="http://schemas.microsoft.com/office/drawing/2014/main" id="{AB08AA06-D6DA-3810-F4ED-EA8A287138CE}"/>
                    </a:ext>
                  </a:extLst>
                </p:cNvPr>
                <p:cNvSpPr/>
                <p:nvPr/>
              </p:nvSpPr>
              <p:spPr>
                <a:xfrm>
                  <a:off x="10091286" y="627798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머리 파츠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8" name="사각형: 둥근 모서리 87">
                  <a:extLst>
                    <a:ext uri="{FF2B5EF4-FFF2-40B4-BE49-F238E27FC236}">
                      <a16:creationId xmlns:a16="http://schemas.microsoft.com/office/drawing/2014/main" id="{1066419A-827C-5B55-411D-8EC21A30B8D2}"/>
                    </a:ext>
                  </a:extLst>
                </p:cNvPr>
                <p:cNvSpPr/>
                <p:nvPr/>
              </p:nvSpPr>
              <p:spPr>
                <a:xfrm>
                  <a:off x="10876805" y="2170613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 err="1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아티팩트</a:t>
                  </a:r>
                  <a:endParaRPr lang="ko-KR" altLang="en-US" sz="1000" dirty="0" err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9" name="사각형: 둥근 모서리 88">
                  <a:extLst>
                    <a:ext uri="{FF2B5EF4-FFF2-40B4-BE49-F238E27FC236}">
                      <a16:creationId xmlns:a16="http://schemas.microsoft.com/office/drawing/2014/main" id="{C7A3664C-02B1-DFD3-ABDE-4DF6CEB2353A}"/>
                    </a:ext>
                  </a:extLst>
                </p:cNvPr>
                <p:cNvSpPr/>
                <p:nvPr/>
              </p:nvSpPr>
              <p:spPr>
                <a:xfrm>
                  <a:off x="9305768" y="2170613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가방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0" name="사각형: 둥근 모서리 89">
                  <a:extLst>
                    <a:ext uri="{FF2B5EF4-FFF2-40B4-BE49-F238E27FC236}">
                      <a16:creationId xmlns:a16="http://schemas.microsoft.com/office/drawing/2014/main" id="{461F496C-62A1-B5D9-4999-5517F3483012}"/>
                    </a:ext>
                  </a:extLst>
                </p:cNvPr>
                <p:cNvSpPr/>
                <p:nvPr/>
              </p:nvSpPr>
              <p:spPr>
                <a:xfrm>
                  <a:off x="10091286" y="2170613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손 파츠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42F0046F-707D-092D-9538-513031EC526D}"/>
                    </a:ext>
                  </a:extLst>
                </p:cNvPr>
                <p:cNvSpPr/>
                <p:nvPr/>
              </p:nvSpPr>
              <p:spPr>
                <a:xfrm>
                  <a:off x="7411399" y="3800707"/>
                  <a:ext cx="4228169" cy="249043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7B99C3C7-076A-1287-D905-4321168AB7A4}"/>
                    </a:ext>
                  </a:extLst>
                </p:cNvPr>
                <p:cNvGrpSpPr/>
                <p:nvPr/>
              </p:nvGrpSpPr>
              <p:grpSpPr>
                <a:xfrm>
                  <a:off x="7556679" y="3948153"/>
                  <a:ext cx="3828928" cy="2192156"/>
                  <a:chOff x="633630" y="3976031"/>
                  <a:chExt cx="3828928" cy="2192156"/>
                </a:xfrm>
              </p:grpSpPr>
              <p:sp>
                <p:nvSpPr>
                  <p:cNvPr id="93" name="사각형: 둥근 모서리 92">
                    <a:extLst>
                      <a:ext uri="{FF2B5EF4-FFF2-40B4-BE49-F238E27FC236}">
                        <a16:creationId xmlns:a16="http://schemas.microsoft.com/office/drawing/2014/main" id="{038BFFDD-738D-016B-4F76-346EE13629D3}"/>
                      </a:ext>
                    </a:extLst>
                  </p:cNvPr>
                  <p:cNvSpPr/>
                  <p:nvPr/>
                </p:nvSpPr>
                <p:spPr>
                  <a:xfrm>
                    <a:off x="2204667" y="3976261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4" name="사각형: 둥근 모서리 93">
                    <a:extLst>
                      <a:ext uri="{FF2B5EF4-FFF2-40B4-BE49-F238E27FC236}">
                        <a16:creationId xmlns:a16="http://schemas.microsoft.com/office/drawing/2014/main" id="{4C5FF6F1-494F-BE2E-E0A7-966230E8D6E5}"/>
                      </a:ext>
                    </a:extLst>
                  </p:cNvPr>
                  <p:cNvSpPr/>
                  <p:nvPr/>
                </p:nvSpPr>
                <p:spPr>
                  <a:xfrm>
                    <a:off x="633630" y="3976261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5" name="사각형: 둥근 모서리 94">
                    <a:extLst>
                      <a:ext uri="{FF2B5EF4-FFF2-40B4-BE49-F238E27FC236}">
                        <a16:creationId xmlns:a16="http://schemas.microsoft.com/office/drawing/2014/main" id="{518C46CF-4F45-D266-1535-5E3C918A2A3F}"/>
                      </a:ext>
                    </a:extLst>
                  </p:cNvPr>
                  <p:cNvSpPr/>
                  <p:nvPr/>
                </p:nvSpPr>
                <p:spPr>
                  <a:xfrm>
                    <a:off x="2204667" y="4747668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6" name="사각형: 둥근 모서리 95">
                    <a:extLst>
                      <a:ext uri="{FF2B5EF4-FFF2-40B4-BE49-F238E27FC236}">
                        <a16:creationId xmlns:a16="http://schemas.microsoft.com/office/drawing/2014/main" id="{D9F883B5-B3B4-DC64-5BDF-D87376D6F2B9}"/>
                      </a:ext>
                    </a:extLst>
                  </p:cNvPr>
                  <p:cNvSpPr/>
                  <p:nvPr/>
                </p:nvSpPr>
                <p:spPr>
                  <a:xfrm>
                    <a:off x="1419148" y="4747668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7" name="사각형: 둥근 모서리 96">
                    <a:extLst>
                      <a:ext uri="{FF2B5EF4-FFF2-40B4-BE49-F238E27FC236}">
                        <a16:creationId xmlns:a16="http://schemas.microsoft.com/office/drawing/2014/main" id="{D68FCBB3-D6A8-C342-E48F-01F87633E353}"/>
                      </a:ext>
                    </a:extLst>
                  </p:cNvPr>
                  <p:cNvSpPr/>
                  <p:nvPr/>
                </p:nvSpPr>
                <p:spPr>
                  <a:xfrm>
                    <a:off x="633630" y="4747668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8" name="사각형: 둥근 모서리 97">
                    <a:extLst>
                      <a:ext uri="{FF2B5EF4-FFF2-40B4-BE49-F238E27FC236}">
                        <a16:creationId xmlns:a16="http://schemas.microsoft.com/office/drawing/2014/main" id="{0DB4DC07-0600-2EEF-7049-C1D85B3F4ECD}"/>
                      </a:ext>
                    </a:extLst>
                  </p:cNvPr>
                  <p:cNvSpPr/>
                  <p:nvPr/>
                </p:nvSpPr>
                <p:spPr>
                  <a:xfrm>
                    <a:off x="1419148" y="3976261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9" name="사각형: 둥근 모서리 98">
                    <a:extLst>
                      <a:ext uri="{FF2B5EF4-FFF2-40B4-BE49-F238E27FC236}">
                        <a16:creationId xmlns:a16="http://schemas.microsoft.com/office/drawing/2014/main" id="{B6738A66-CA0B-FB98-38B9-32B9A54B41E4}"/>
                      </a:ext>
                    </a:extLst>
                  </p:cNvPr>
                  <p:cNvSpPr/>
                  <p:nvPr/>
                </p:nvSpPr>
                <p:spPr>
                  <a:xfrm>
                    <a:off x="2204667" y="5519076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0" name="사각형: 둥근 모서리 99">
                    <a:extLst>
                      <a:ext uri="{FF2B5EF4-FFF2-40B4-BE49-F238E27FC236}">
                        <a16:creationId xmlns:a16="http://schemas.microsoft.com/office/drawing/2014/main" id="{16DDFA7F-91DA-B467-3A76-32909C556B1B}"/>
                      </a:ext>
                    </a:extLst>
                  </p:cNvPr>
                  <p:cNvSpPr/>
                  <p:nvPr/>
                </p:nvSpPr>
                <p:spPr>
                  <a:xfrm>
                    <a:off x="633630" y="5519076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1" name="사각형: 둥근 모서리 100">
                    <a:extLst>
                      <a:ext uri="{FF2B5EF4-FFF2-40B4-BE49-F238E27FC236}">
                        <a16:creationId xmlns:a16="http://schemas.microsoft.com/office/drawing/2014/main" id="{18F864E7-D1CE-C61D-AD9C-550E7AD4DB4D}"/>
                      </a:ext>
                    </a:extLst>
                  </p:cNvPr>
                  <p:cNvSpPr/>
                  <p:nvPr/>
                </p:nvSpPr>
                <p:spPr>
                  <a:xfrm>
                    <a:off x="1419148" y="5519076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2" name="사각형: 둥근 모서리 101">
                    <a:extLst>
                      <a:ext uri="{FF2B5EF4-FFF2-40B4-BE49-F238E27FC236}">
                        <a16:creationId xmlns:a16="http://schemas.microsoft.com/office/drawing/2014/main" id="{936270BD-B65D-B915-3B3E-A291341F8240}"/>
                      </a:ext>
                    </a:extLst>
                  </p:cNvPr>
                  <p:cNvSpPr/>
                  <p:nvPr/>
                </p:nvSpPr>
                <p:spPr>
                  <a:xfrm>
                    <a:off x="3794633" y="3976031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765F3986-CF6A-E3B9-B54F-E72AEB1B9564}"/>
                      </a:ext>
                    </a:extLst>
                  </p:cNvPr>
                  <p:cNvSpPr/>
                  <p:nvPr/>
                </p:nvSpPr>
                <p:spPr>
                  <a:xfrm>
                    <a:off x="3794633" y="4747438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1DC8564B-7E16-332B-5831-9BD33760D1DD}"/>
                      </a:ext>
                    </a:extLst>
                  </p:cNvPr>
                  <p:cNvSpPr/>
                  <p:nvPr/>
                </p:nvSpPr>
                <p:spPr>
                  <a:xfrm>
                    <a:off x="2990529" y="4747438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5B17DBA6-3756-585F-6982-75CC482F79E3}"/>
                      </a:ext>
                    </a:extLst>
                  </p:cNvPr>
                  <p:cNvSpPr/>
                  <p:nvPr/>
                </p:nvSpPr>
                <p:spPr>
                  <a:xfrm>
                    <a:off x="2990529" y="3976031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5CDEF737-314D-78DC-226D-9D5E1E40D7B6}"/>
                      </a:ext>
                    </a:extLst>
                  </p:cNvPr>
                  <p:cNvSpPr/>
                  <p:nvPr/>
                </p:nvSpPr>
                <p:spPr>
                  <a:xfrm>
                    <a:off x="3794633" y="5518846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7" name="사각형: 둥근 모서리 106">
                    <a:extLst>
                      <a:ext uri="{FF2B5EF4-FFF2-40B4-BE49-F238E27FC236}">
                        <a16:creationId xmlns:a16="http://schemas.microsoft.com/office/drawing/2014/main" id="{2C8F83CC-0691-C22A-CEA0-D4A97B65429D}"/>
                      </a:ext>
                    </a:extLst>
                  </p:cNvPr>
                  <p:cNvSpPr/>
                  <p:nvPr/>
                </p:nvSpPr>
                <p:spPr>
                  <a:xfrm>
                    <a:off x="2990529" y="5518846"/>
                    <a:ext cx="667925" cy="64911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ED419302-8129-0746-D83B-29C17D796765}"/>
                    </a:ext>
                  </a:extLst>
                </p:cNvPr>
                <p:cNvSpPr/>
                <p:nvPr/>
              </p:nvSpPr>
              <p:spPr>
                <a:xfrm>
                  <a:off x="11458168" y="3803030"/>
                  <a:ext cx="176560" cy="248114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DF5AB723-7D41-8481-AAFC-E038BEE63238}"/>
                    </a:ext>
                  </a:extLst>
                </p:cNvPr>
                <p:cNvSpPr/>
                <p:nvPr/>
              </p:nvSpPr>
              <p:spPr>
                <a:xfrm>
                  <a:off x="11523798" y="3840588"/>
                  <a:ext cx="74341" cy="4274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219613CE-6B64-34FF-3D13-975DD6C712FC}"/>
                    </a:ext>
                  </a:extLst>
                </p:cNvPr>
                <p:cNvSpPr/>
                <p:nvPr/>
              </p:nvSpPr>
              <p:spPr>
                <a:xfrm>
                  <a:off x="10725789" y="3277219"/>
                  <a:ext cx="929268" cy="52039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4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1/100kg</a:t>
                  </a:r>
                  <a:endParaRPr lang="ko-KR" altLang="en-US" sz="14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1" name="사각형: 둥근 모서리 110">
                  <a:extLst>
                    <a:ext uri="{FF2B5EF4-FFF2-40B4-BE49-F238E27FC236}">
                      <a16:creationId xmlns:a16="http://schemas.microsoft.com/office/drawing/2014/main" id="{A833F60A-7B68-3414-6BD3-252044F47CA2}"/>
                    </a:ext>
                  </a:extLst>
                </p:cNvPr>
                <p:cNvSpPr/>
                <p:nvPr/>
              </p:nvSpPr>
              <p:spPr>
                <a:xfrm>
                  <a:off x="7558743" y="3025540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3번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310C51EF-585B-C67F-26FD-A1B156B0E74F}"/>
                    </a:ext>
                  </a:extLst>
                </p:cNvPr>
                <p:cNvSpPr/>
                <p:nvPr/>
              </p:nvSpPr>
              <p:spPr>
                <a:xfrm>
                  <a:off x="8357913" y="3025540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4번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E270DE59-29A9-48BA-FE87-8F38881AA709}"/>
                    </a:ext>
                  </a:extLst>
                </p:cNvPr>
                <p:cNvSpPr/>
                <p:nvPr/>
              </p:nvSpPr>
              <p:spPr>
                <a:xfrm>
                  <a:off x="9138498" y="3025540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5번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4" name="사각형: 둥근 모서리 113">
                  <a:extLst>
                    <a:ext uri="{FF2B5EF4-FFF2-40B4-BE49-F238E27FC236}">
                      <a16:creationId xmlns:a16="http://schemas.microsoft.com/office/drawing/2014/main" id="{8149FF66-0836-BBF3-D17C-3EB045D09D7D}"/>
                    </a:ext>
                  </a:extLst>
                </p:cNvPr>
                <p:cNvSpPr/>
                <p:nvPr/>
              </p:nvSpPr>
              <p:spPr>
                <a:xfrm>
                  <a:off x="9928376" y="3025540"/>
                  <a:ext cx="667925" cy="649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ko-KR" altLang="en-US" sz="1000" dirty="0">
                      <a:solidFill>
                        <a:srgbClr val="000000"/>
                      </a:solidFill>
                      <a:ea typeface="맑은 고딕"/>
                      <a:cs typeface="Calibri"/>
                    </a:rPr>
                    <a:t>6번</a:t>
                  </a:r>
                  <a:endParaRPr lang="ko-KR" altLang="en-US" sz="1000" dirty="0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15" name="그림 80">
                  <a:extLst>
                    <a:ext uri="{FF2B5EF4-FFF2-40B4-BE49-F238E27FC236}">
                      <a16:creationId xmlns:a16="http://schemas.microsoft.com/office/drawing/2014/main" id="{E4E7225E-4136-E3C7-1627-5EBBCE38FD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3718" y="4008864"/>
                  <a:ext cx="550127" cy="531542"/>
                </a:xfrm>
                <a:prstGeom prst="rect">
                  <a:avLst/>
                </a:prstGeom>
              </p:spPr>
            </p:pic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64BD2A9-B80E-16EB-2EBB-3AC1B3AFCCF8}"/>
                  </a:ext>
                </a:extLst>
              </p:cNvPr>
              <p:cNvSpPr txBox="1"/>
              <p:nvPr/>
            </p:nvSpPr>
            <p:spPr>
              <a:xfrm>
                <a:off x="7955795" y="4301252"/>
                <a:ext cx="25351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dirty="0">
                    <a:ea typeface="맑은 고딕"/>
                    <a:cs typeface="Calibri"/>
                  </a:rPr>
                  <a:t>2</a:t>
                </a:r>
              </a:p>
            </p:txBody>
          </p:sp>
        </p:grpSp>
        <p:pic>
          <p:nvPicPr>
            <p:cNvPr id="119" name="그림 52">
              <a:extLst>
                <a:ext uri="{FF2B5EF4-FFF2-40B4-BE49-F238E27FC236}">
                  <a16:creationId xmlns:a16="http://schemas.microsoft.com/office/drawing/2014/main" id="{72CABEE5-0658-A316-C90C-B00543DE2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7400406" y="1192313"/>
              <a:ext cx="1891417" cy="11007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125" name="그림 125" descr="도표이(가) 표시된 사진&#10;&#10;자동 생성된 설명">
            <a:extLst>
              <a:ext uri="{FF2B5EF4-FFF2-40B4-BE49-F238E27FC236}">
                <a16:creationId xmlns:a16="http://schemas.microsoft.com/office/drawing/2014/main" id="{EC5F630F-1C7E-CD39-01AD-293A82CF245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2192" t="-123" r="22412" b="606"/>
          <a:stretch/>
        </p:blipFill>
        <p:spPr>
          <a:xfrm>
            <a:off x="9365780" y="665868"/>
            <a:ext cx="608955" cy="571420"/>
          </a:xfrm>
          <a:prstGeom prst="rect">
            <a:avLst/>
          </a:prstGeom>
        </p:spPr>
      </p:pic>
      <p:pic>
        <p:nvPicPr>
          <p:cNvPr id="126" name="그림 125" descr="도표이(가) 표시된 사진&#10;&#10;자동 생성된 설명">
            <a:extLst>
              <a:ext uri="{FF2B5EF4-FFF2-40B4-BE49-F238E27FC236}">
                <a16:creationId xmlns:a16="http://schemas.microsoft.com/office/drawing/2014/main" id="{6DAD253F-3649-019A-6782-1ADACDAB777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2192" t="-123" r="22412" b="606"/>
          <a:stretch/>
        </p:blipFill>
        <p:spPr>
          <a:xfrm>
            <a:off x="1485585" y="4020527"/>
            <a:ext cx="608955" cy="571420"/>
          </a:xfrm>
          <a:prstGeom prst="rect">
            <a:avLst/>
          </a:prstGeom>
        </p:spPr>
      </p:pic>
      <p:pic>
        <p:nvPicPr>
          <p:cNvPr id="127" name="그림 127">
            <a:extLst>
              <a:ext uri="{FF2B5EF4-FFF2-40B4-BE49-F238E27FC236}">
                <a16:creationId xmlns:a16="http://schemas.microsoft.com/office/drawing/2014/main" id="{920DBEAC-D4A2-1DE4-A3A3-543E5B519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7693" y="1471960"/>
            <a:ext cx="596591" cy="587299"/>
          </a:xfrm>
          <a:prstGeom prst="rect">
            <a:avLst/>
          </a:prstGeom>
        </p:spPr>
      </p:pic>
      <p:pic>
        <p:nvPicPr>
          <p:cNvPr id="128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E0ED6539-805A-47E9-5B94-15DCE057FB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>
            <a:off x="2500369" y="726971"/>
            <a:ext cx="501031" cy="502595"/>
          </a:xfrm>
          <a:prstGeom prst="parallelogram">
            <a:avLst/>
          </a:prstGeom>
        </p:spPr>
      </p:pic>
      <p:pic>
        <p:nvPicPr>
          <p:cNvPr id="129" name="그림 129">
            <a:extLst>
              <a:ext uri="{FF2B5EF4-FFF2-40B4-BE49-F238E27FC236}">
                <a16:creationId xmlns:a16="http://schemas.microsoft.com/office/drawing/2014/main" id="{C6B05D0F-ED36-EB93-53CD-CF7A4E7EC4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6278" y="2243253"/>
            <a:ext cx="550128" cy="559421"/>
          </a:xfrm>
          <a:prstGeom prst="rect">
            <a:avLst/>
          </a:prstGeom>
        </p:spPr>
      </p:pic>
      <p:pic>
        <p:nvPicPr>
          <p:cNvPr id="132" name="그림 132">
            <a:extLst>
              <a:ext uri="{FF2B5EF4-FFF2-40B4-BE49-F238E27FC236}">
                <a16:creationId xmlns:a16="http://schemas.microsoft.com/office/drawing/2014/main" id="{E1CE92A9-7A59-73EB-1061-782DE686A1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0742" y="2187497"/>
            <a:ext cx="596591" cy="587298"/>
          </a:xfrm>
          <a:prstGeom prst="rect">
            <a:avLst/>
          </a:prstGeom>
        </p:spPr>
      </p:pic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D9FD1BC8-6EF3-AA41-810E-3DD9E1FF7DB8}"/>
              </a:ext>
            </a:extLst>
          </p:cNvPr>
          <p:cNvGrpSpPr/>
          <p:nvPr/>
        </p:nvGrpSpPr>
        <p:grpSpPr>
          <a:xfrm>
            <a:off x="4863751" y="66312"/>
            <a:ext cx="2490360" cy="1461856"/>
            <a:chOff x="4863751" y="66312"/>
            <a:chExt cx="2490360" cy="1461856"/>
          </a:xfrm>
        </p:grpSpPr>
        <p:sp>
          <p:nvSpPr>
            <p:cNvPr id="136" name="육각형 135">
              <a:extLst>
                <a:ext uri="{FF2B5EF4-FFF2-40B4-BE49-F238E27FC236}">
                  <a16:creationId xmlns:a16="http://schemas.microsoft.com/office/drawing/2014/main" id="{281DBC01-A04E-CCA6-658A-07D592B02640}"/>
                </a:ext>
              </a:extLst>
            </p:cNvPr>
            <p:cNvSpPr/>
            <p:nvPr/>
          </p:nvSpPr>
          <p:spPr>
            <a:xfrm>
              <a:off x="4863751" y="122062"/>
              <a:ext cx="2434682" cy="1347439"/>
            </a:xfrm>
            <a:prstGeom prst="hexagon">
              <a:avLst/>
            </a:prstGeom>
            <a:solidFill>
              <a:srgbClr val="2BF4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812F6742-3DA9-D62C-9B5B-6183482A5E67}"/>
                </a:ext>
              </a:extLst>
            </p:cNvPr>
            <p:cNvSpPr/>
            <p:nvPr/>
          </p:nvSpPr>
          <p:spPr>
            <a:xfrm>
              <a:off x="5191335" y="18856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91C9731-86A9-AAD6-FFC0-0FF2702F8EF1}"/>
                </a:ext>
              </a:extLst>
            </p:cNvPr>
            <p:cNvSpPr/>
            <p:nvPr/>
          </p:nvSpPr>
          <p:spPr>
            <a:xfrm>
              <a:off x="5925457" y="188563"/>
              <a:ext cx="667925" cy="649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A39CDD3F-E5F5-AA58-FE75-22E49727A785}"/>
                </a:ext>
              </a:extLst>
            </p:cNvPr>
            <p:cNvSpPr/>
            <p:nvPr/>
          </p:nvSpPr>
          <p:spPr>
            <a:xfrm>
              <a:off x="5191335" y="904099"/>
              <a:ext cx="649340" cy="5375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C3E51D3-0F48-0D82-F665-6A49B58DCC65}"/>
                </a:ext>
              </a:extLst>
            </p:cNvPr>
            <p:cNvSpPr/>
            <p:nvPr/>
          </p:nvSpPr>
          <p:spPr>
            <a:xfrm>
              <a:off x="5925457" y="904099"/>
              <a:ext cx="649340" cy="5375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EA50B4B-F9AA-0BB8-0A98-7998D0C528EC}"/>
                </a:ext>
              </a:extLst>
            </p:cNvPr>
            <p:cNvSpPr/>
            <p:nvPr/>
          </p:nvSpPr>
          <p:spPr>
            <a:xfrm>
              <a:off x="6834128" y="145430"/>
              <a:ext cx="111512" cy="131026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74D3ED7E-8F65-457C-BD7B-4F01BED7E1D6}"/>
                </a:ext>
              </a:extLst>
            </p:cNvPr>
            <p:cNvSpPr/>
            <p:nvPr/>
          </p:nvSpPr>
          <p:spPr>
            <a:xfrm>
              <a:off x="6862587" y="145818"/>
              <a:ext cx="55756" cy="2323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07FA8DCB-AF82-5EF3-E2CF-7DDF62681D26}"/>
                </a:ext>
              </a:extLst>
            </p:cNvPr>
            <p:cNvSpPr/>
            <p:nvPr/>
          </p:nvSpPr>
          <p:spPr>
            <a:xfrm rot="-10800000" flipH="1" flipV="1">
              <a:off x="6963021" y="66312"/>
              <a:ext cx="391090" cy="14618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0</a:t>
              </a:r>
            </a:p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/</a:t>
              </a:r>
            </a:p>
            <a:p>
              <a:pPr algn="ctr"/>
              <a:r>
                <a:rPr lang="ko-KR" altLang="en-US" sz="1000" dirty="0">
                  <a:solidFill>
                    <a:srgbClr val="000000"/>
                  </a:solidFill>
                  <a:ea typeface="맑은 고딕"/>
                  <a:cs typeface="Calibri"/>
                </a:rPr>
                <a:t>5kg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24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DE9534-0EA3-A5A3-56B2-69E985A11902}"/>
              </a:ext>
            </a:extLst>
          </p:cNvPr>
          <p:cNvSpPr/>
          <p:nvPr/>
        </p:nvSpPr>
        <p:spPr>
          <a:xfrm>
            <a:off x="464" y="0"/>
            <a:ext cx="12191637" cy="68569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0CC57E1F-95F2-23B9-7C91-3F547187B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4704633"/>
            <a:ext cx="711401" cy="714878"/>
          </a:xfrm>
          <a:prstGeom prst="rect">
            <a:avLst/>
          </a:prstGeom>
        </p:spPr>
      </p:pic>
      <p:pic>
        <p:nvPicPr>
          <p:cNvPr id="21" name="그림 20" descr="사람이(가) 표시된 사진&#10;&#10;자동 생성된 설명">
            <a:extLst>
              <a:ext uri="{FF2B5EF4-FFF2-40B4-BE49-F238E27FC236}">
                <a16:creationId xmlns:a16="http://schemas.microsoft.com/office/drawing/2014/main" id="{E82FCDAB-A8DF-E200-CA0F-C5DDD5BC8A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5406868"/>
            <a:ext cx="711401" cy="714878"/>
          </a:xfrm>
          <a:prstGeom prst="rect">
            <a:avLst/>
          </a:prstGeom>
        </p:spPr>
      </p:pic>
      <p:pic>
        <p:nvPicPr>
          <p:cNvPr id="22" name="그림 21" descr="사람이(가) 표시된 사진&#10;&#10;자동 생성된 설명">
            <a:extLst>
              <a:ext uri="{FF2B5EF4-FFF2-40B4-BE49-F238E27FC236}">
                <a16:creationId xmlns:a16="http://schemas.microsoft.com/office/drawing/2014/main" id="{378A0CA4-FA55-768F-6570-76A840B29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559" b="2073"/>
          <a:stretch/>
        </p:blipFill>
        <p:spPr>
          <a:xfrm>
            <a:off x="221722" y="6101633"/>
            <a:ext cx="711401" cy="71487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BD487D-F07B-7132-48B9-4214C4D302E8}"/>
              </a:ext>
            </a:extLst>
          </p:cNvPr>
          <p:cNvSpPr/>
          <p:nvPr/>
        </p:nvSpPr>
        <p:spPr>
          <a:xfrm>
            <a:off x="221722" y="4703516"/>
            <a:ext cx="712199" cy="5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0E3A7C-288A-E841-60A6-7DBC01B7E1BB}"/>
              </a:ext>
            </a:extLst>
          </p:cNvPr>
          <p:cNvSpPr/>
          <p:nvPr/>
        </p:nvSpPr>
        <p:spPr>
          <a:xfrm>
            <a:off x="222993" y="5404555"/>
            <a:ext cx="218423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90F979-33D7-C84D-6751-9EBE16F5C22A}"/>
              </a:ext>
            </a:extLst>
          </p:cNvPr>
          <p:cNvSpPr/>
          <p:nvPr/>
        </p:nvSpPr>
        <p:spPr>
          <a:xfrm>
            <a:off x="222993" y="6117787"/>
            <a:ext cx="480551" cy="522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9B74F5-3E42-279B-BA70-46E60B42698C}"/>
              </a:ext>
            </a:extLst>
          </p:cNvPr>
          <p:cNvSpPr/>
          <p:nvPr/>
        </p:nvSpPr>
        <p:spPr>
          <a:xfrm>
            <a:off x="-64" y="4702019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1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C5D22-867D-2ABF-7473-3DADA8F16097}"/>
              </a:ext>
            </a:extLst>
          </p:cNvPr>
          <p:cNvSpPr/>
          <p:nvPr/>
        </p:nvSpPr>
        <p:spPr>
          <a:xfrm>
            <a:off x="-65" y="540915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2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2F691-843E-2E0D-2234-279EFD71FA51}"/>
              </a:ext>
            </a:extLst>
          </p:cNvPr>
          <p:cNvSpPr/>
          <p:nvPr/>
        </p:nvSpPr>
        <p:spPr>
          <a:xfrm>
            <a:off x="-65" y="6110195"/>
            <a:ext cx="188976" cy="70104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600" dirty="0">
                <a:solidFill>
                  <a:srgbClr val="FFFFFF"/>
                </a:solidFill>
                <a:latin typeface="Sitka Heading"/>
                <a:ea typeface="맑은 고딕"/>
              </a:rPr>
              <a:t>3</a:t>
            </a:r>
            <a:endParaRPr lang="ko-KR" altLang="en-US" sz="1600" dirty="0">
              <a:solidFill>
                <a:srgbClr val="FFFFFF"/>
              </a:solidFill>
              <a:latin typeface="Sitka Heading"/>
            </a:endParaRPr>
          </a:p>
        </p:txBody>
      </p:sp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031D170C-6F2A-7F2B-C9B8-8323269C84CE}"/>
              </a:ext>
            </a:extLst>
          </p:cNvPr>
          <p:cNvGraphicFramePr>
            <a:graphicFrameLocks noGrp="1"/>
          </p:cNvGraphicFramePr>
          <p:nvPr/>
        </p:nvGraphicFramePr>
        <p:xfrm>
          <a:off x="206482" y="4687348"/>
          <a:ext cx="735753" cy="212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753">
                  <a:extLst>
                    <a:ext uri="{9D8B030D-6E8A-4147-A177-3AD203B41FA5}">
                      <a16:colId xmlns:a16="http://schemas.microsoft.com/office/drawing/2014/main" val="3150379429"/>
                    </a:ext>
                  </a:extLst>
                </a:gridCol>
              </a:tblGrid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80552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17199"/>
                  </a:ext>
                </a:extLst>
              </a:tr>
              <a:tr h="7072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60965"/>
                  </a:ext>
                </a:extLst>
              </a:tr>
            </a:tbl>
          </a:graphicData>
        </a:graphic>
      </p:graphicFrame>
      <p:sp>
        <p:nvSpPr>
          <p:cNvPr id="43" name="타원 42">
            <a:extLst>
              <a:ext uri="{FF2B5EF4-FFF2-40B4-BE49-F238E27FC236}">
                <a16:creationId xmlns:a16="http://schemas.microsoft.com/office/drawing/2014/main" id="{2009687C-C02B-82EC-FF37-E0C2C1B28733}"/>
              </a:ext>
            </a:extLst>
          </p:cNvPr>
          <p:cNvSpPr/>
          <p:nvPr/>
        </p:nvSpPr>
        <p:spPr>
          <a:xfrm>
            <a:off x="2790335" y="139923"/>
            <a:ext cx="5343769" cy="520700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8DBAD3-B741-0B00-83F1-51DC0A01ADFD}"/>
              </a:ext>
            </a:extLst>
          </p:cNvPr>
          <p:cNvSpPr/>
          <p:nvPr/>
        </p:nvSpPr>
        <p:spPr>
          <a:xfrm rot="1260000">
            <a:off x="3884998" y="4676399"/>
            <a:ext cx="2543741" cy="996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435AF7-41F6-6A73-EDCA-4251F1C7E1AB}"/>
              </a:ext>
            </a:extLst>
          </p:cNvPr>
          <p:cNvSpPr/>
          <p:nvPr/>
        </p:nvSpPr>
        <p:spPr>
          <a:xfrm>
            <a:off x="3747960" y="1687131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DCD0B1-8457-896D-79DD-7E049895B76E}"/>
              </a:ext>
            </a:extLst>
          </p:cNvPr>
          <p:cNvSpPr/>
          <p:nvPr/>
        </p:nvSpPr>
        <p:spPr>
          <a:xfrm rot="-4140000">
            <a:off x="4936679" y="3582986"/>
            <a:ext cx="176784" cy="1810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763310-3B48-3215-4282-E5FC4BDBB37D}"/>
              </a:ext>
            </a:extLst>
          </p:cNvPr>
          <p:cNvSpPr/>
          <p:nvPr/>
        </p:nvSpPr>
        <p:spPr>
          <a:xfrm>
            <a:off x="6734999" y="693482"/>
            <a:ext cx="231648" cy="4096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8">
            <a:extLst>
              <a:ext uri="{FF2B5EF4-FFF2-40B4-BE49-F238E27FC236}">
                <a16:creationId xmlns:a16="http://schemas.microsoft.com/office/drawing/2014/main" id="{4F339F99-806F-3590-2654-DB59F7FD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38016" y="2591366"/>
            <a:ext cx="713232" cy="706003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4CA8DA3A-09BB-ABA1-0AC4-AF9316686640}"/>
              </a:ext>
            </a:extLst>
          </p:cNvPr>
          <p:cNvGrpSpPr/>
          <p:nvPr/>
        </p:nvGrpSpPr>
        <p:grpSpPr>
          <a:xfrm>
            <a:off x="6019789" y="3577161"/>
            <a:ext cx="695351" cy="1155760"/>
            <a:chOff x="6019789" y="3577161"/>
            <a:chExt cx="695351" cy="1155760"/>
          </a:xfrm>
        </p:grpSpPr>
        <p:pic>
          <p:nvPicPr>
            <p:cNvPr id="40" name="그림 40" descr="텍스트이(가) 표시된 사진&#10;&#10;자동 생성된 설명">
              <a:extLst>
                <a:ext uri="{FF2B5EF4-FFF2-40B4-BE49-F238E27FC236}">
                  <a16:creationId xmlns:a16="http://schemas.microsoft.com/office/drawing/2014/main" id="{89C5F0A3-200D-85F4-586E-CF8F4895D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789" y="3833761"/>
              <a:ext cx="557784" cy="89916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FC1C94-9F73-2B67-24AC-C83C1FF72B6D}"/>
                </a:ext>
              </a:extLst>
            </p:cNvPr>
            <p:cNvSpPr txBox="1"/>
            <p:nvPr/>
          </p:nvSpPr>
          <p:spPr>
            <a:xfrm>
              <a:off x="6166945" y="357716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1</a:t>
              </a:r>
              <a:endParaRPr lang="ko-KR" altLang="en-US" dirty="0"/>
            </a:p>
          </p:txBody>
        </p:sp>
      </p:grp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584A38E3-3690-E26A-5EFE-1ED64CBF4FE2}"/>
              </a:ext>
            </a:extLst>
          </p:cNvPr>
          <p:cNvGraphicFramePr>
            <a:graphicFrameLocks noGrp="1"/>
          </p:cNvGraphicFramePr>
          <p:nvPr/>
        </p:nvGraphicFramePr>
        <p:xfrm>
          <a:off x="3018691" y="5423732"/>
          <a:ext cx="5789591" cy="13819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3699">
                  <a:extLst>
                    <a:ext uri="{9D8B030D-6E8A-4147-A177-3AD203B41FA5}">
                      <a16:colId xmlns:a16="http://schemas.microsoft.com/office/drawing/2014/main" val="4287114987"/>
                    </a:ext>
                  </a:extLst>
                </a:gridCol>
                <a:gridCol w="2171096">
                  <a:extLst>
                    <a:ext uri="{9D8B030D-6E8A-4147-A177-3AD203B41FA5}">
                      <a16:colId xmlns:a16="http://schemas.microsoft.com/office/drawing/2014/main" val="562580497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42296463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29526874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1671507700"/>
                    </a:ext>
                  </a:extLst>
                </a:gridCol>
                <a:gridCol w="723699">
                  <a:extLst>
                    <a:ext uri="{9D8B030D-6E8A-4147-A177-3AD203B41FA5}">
                      <a16:colId xmlns:a16="http://schemas.microsoft.com/office/drawing/2014/main" val="3730308119"/>
                    </a:ext>
                  </a:extLst>
                </a:gridCol>
              </a:tblGrid>
              <a:tr h="710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98618"/>
                  </a:ext>
                </a:extLst>
              </a:tr>
              <a:tr h="67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8136"/>
                  </a:ext>
                </a:extLst>
              </a:tr>
            </a:tbl>
          </a:graphicData>
        </a:graphic>
      </p:graphicFrame>
      <p:pic>
        <p:nvPicPr>
          <p:cNvPr id="7" name="그림 7" descr="무기이(가) 표시된 사진&#10;&#10;자동 생성된 설명">
            <a:extLst>
              <a:ext uri="{FF2B5EF4-FFF2-40B4-BE49-F238E27FC236}">
                <a16:creationId xmlns:a16="http://schemas.microsoft.com/office/drawing/2014/main" id="{8780EAC1-F10A-9574-0E0C-7BAD64478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8" t="-2190" r="110" b="755"/>
          <a:stretch/>
        </p:blipFill>
        <p:spPr>
          <a:xfrm rot="2700000">
            <a:off x="4303150" y="5614922"/>
            <a:ext cx="1002835" cy="1041570"/>
          </a:xfrm>
          <a:prstGeom prst="parallelogram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E3A369-0371-5DBC-E159-3092C537EA85}"/>
              </a:ext>
            </a:extLst>
          </p:cNvPr>
          <p:cNvSpPr/>
          <p:nvPr/>
        </p:nvSpPr>
        <p:spPr>
          <a:xfrm>
            <a:off x="3007594" y="5318684"/>
            <a:ext cx="2894567" cy="8887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C801F5-FF52-8E19-71EF-5C251463BF1D}"/>
              </a:ext>
            </a:extLst>
          </p:cNvPr>
          <p:cNvSpPr/>
          <p:nvPr/>
        </p:nvSpPr>
        <p:spPr>
          <a:xfrm>
            <a:off x="5921482" y="5318684"/>
            <a:ext cx="2894567" cy="8887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952373-38FA-330D-B967-89E3655628D7}"/>
              </a:ext>
            </a:extLst>
          </p:cNvPr>
          <p:cNvSpPr/>
          <p:nvPr/>
        </p:nvSpPr>
        <p:spPr>
          <a:xfrm rot="-2520000">
            <a:off x="3357000" y="4557299"/>
            <a:ext cx="1076486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068F0CC-824F-02B1-2A76-8FAA62A546DF}"/>
              </a:ext>
            </a:extLst>
          </p:cNvPr>
          <p:cNvSpPr/>
          <p:nvPr/>
        </p:nvSpPr>
        <p:spPr>
          <a:xfrm rot="5400000">
            <a:off x="2324519" y="2086409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F83852-5809-55F6-BAE7-2A452DDF4D7A}"/>
              </a:ext>
            </a:extLst>
          </p:cNvPr>
          <p:cNvSpPr/>
          <p:nvPr/>
        </p:nvSpPr>
        <p:spPr>
          <a:xfrm rot="8100000">
            <a:off x="1846241" y="147032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8BA09DB-E3C3-3AC2-BAB8-AB297DCEA747}"/>
              </a:ext>
            </a:extLst>
          </p:cNvPr>
          <p:cNvSpPr/>
          <p:nvPr/>
        </p:nvSpPr>
        <p:spPr>
          <a:xfrm rot="3180000">
            <a:off x="1886771" y="2589003"/>
            <a:ext cx="1806061" cy="1012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A90D0EB-6952-E19D-D97D-C382DA49C889}"/>
              </a:ext>
            </a:extLst>
          </p:cNvPr>
          <p:cNvSpPr/>
          <p:nvPr/>
        </p:nvSpPr>
        <p:spPr>
          <a:xfrm rot="5400000">
            <a:off x="5433315" y="1993185"/>
            <a:ext cx="4464954" cy="13774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2">
            <a:extLst>
              <a:ext uri="{FF2B5EF4-FFF2-40B4-BE49-F238E27FC236}">
                <a16:creationId xmlns:a16="http://schemas.microsoft.com/office/drawing/2014/main" id="{93309B4A-D318-B4D6-6BD0-AAD471EB2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0000">
            <a:off x="4189784" y="927471"/>
            <a:ext cx="1064369" cy="61750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CD081C8D-81B2-7E70-07F0-8666B9411A61}"/>
              </a:ext>
            </a:extLst>
          </p:cNvPr>
          <p:cNvGrpSpPr/>
          <p:nvPr/>
        </p:nvGrpSpPr>
        <p:grpSpPr>
          <a:xfrm>
            <a:off x="5023104" y="2092071"/>
            <a:ext cx="823031" cy="1145725"/>
            <a:chOff x="5023104" y="2092071"/>
            <a:chExt cx="823031" cy="1145725"/>
          </a:xfrm>
        </p:grpSpPr>
        <p:pic>
          <p:nvPicPr>
            <p:cNvPr id="37" name="그림 37">
              <a:extLst>
                <a:ext uri="{FF2B5EF4-FFF2-40B4-BE49-F238E27FC236}">
                  <a16:creationId xmlns:a16="http://schemas.microsoft.com/office/drawing/2014/main" id="{8C2437D8-3875-9885-6546-80B7C92C0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3104" y="2425387"/>
              <a:ext cx="713232" cy="81240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6FB7750-A348-BB8E-9924-5BC1C8B50CFB}"/>
                </a:ext>
              </a:extLst>
            </p:cNvPr>
            <p:cNvSpPr txBox="1"/>
            <p:nvPr/>
          </p:nvSpPr>
          <p:spPr>
            <a:xfrm>
              <a:off x="5297940" y="2092071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 err="1">
                  <a:ea typeface="맑은 고딕"/>
                  <a:cs typeface="Calibri"/>
                </a:rPr>
                <a:t>P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3CDB58A-542F-A23E-3B75-4125ECEC032B}"/>
              </a:ext>
            </a:extLst>
          </p:cNvPr>
          <p:cNvSpPr txBox="1"/>
          <p:nvPr/>
        </p:nvSpPr>
        <p:spPr>
          <a:xfrm>
            <a:off x="4414345" y="584285"/>
            <a:ext cx="122102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ea typeface="맑은 고딕"/>
                <a:cs typeface="Calibri"/>
              </a:rPr>
              <a:t>적(</a:t>
            </a:r>
            <a:r>
              <a:rPr lang="ko-KR" altLang="en-US" sz="800" dirty="0" err="1">
                <a:ea typeface="맑은 고딕"/>
                <a:cs typeface="Calibri"/>
              </a:rPr>
              <a:t>표시X</a:t>
            </a:r>
            <a:r>
              <a:rPr lang="ko-KR" altLang="en-US" sz="800" dirty="0">
                <a:ea typeface="맑은 고딕"/>
                <a:cs typeface="Calibri"/>
              </a:rPr>
              <a:t>)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B3F2D7-8EC8-0DEF-BBB2-D459AE0B8350}"/>
              </a:ext>
            </a:extLst>
          </p:cNvPr>
          <p:cNvGrpSpPr/>
          <p:nvPr/>
        </p:nvGrpSpPr>
        <p:grpSpPr>
          <a:xfrm>
            <a:off x="3240962" y="3856519"/>
            <a:ext cx="695351" cy="1155760"/>
            <a:chOff x="3338654" y="3846750"/>
            <a:chExt cx="695351" cy="115576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1F52FB0-F262-39E2-3439-A047F593B82B}"/>
                </a:ext>
              </a:extLst>
            </p:cNvPr>
            <p:cNvGrpSpPr/>
            <p:nvPr/>
          </p:nvGrpSpPr>
          <p:grpSpPr>
            <a:xfrm>
              <a:off x="3338654" y="3846750"/>
              <a:ext cx="695351" cy="1155760"/>
              <a:chOff x="6019789" y="3577161"/>
              <a:chExt cx="695351" cy="1155760"/>
            </a:xfrm>
          </p:grpSpPr>
          <p:pic>
            <p:nvPicPr>
              <p:cNvPr id="64" name="그림 4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1C4C3CE-C982-5217-34E3-19AFB5755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789" y="3833761"/>
                <a:ext cx="557784" cy="899160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12E17E-BAD7-03D1-92BE-ECB432523EC2}"/>
                  </a:ext>
                </a:extLst>
              </p:cNvPr>
              <p:cNvSpPr txBox="1"/>
              <p:nvPr/>
            </p:nvSpPr>
            <p:spPr>
              <a:xfrm>
                <a:off x="6166945" y="3577161"/>
                <a:ext cx="54819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endParaRPr lang="ko-KR" altLang="en-US" dirty="0">
                  <a:ea typeface="맑은 고딕"/>
                  <a:cs typeface="Calibri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4ABBA3-10A5-99A4-4C9B-DDD49B293930}"/>
                </a:ext>
              </a:extLst>
            </p:cNvPr>
            <p:cNvSpPr txBox="1"/>
            <p:nvPr/>
          </p:nvSpPr>
          <p:spPr>
            <a:xfrm>
              <a:off x="3466730" y="3885869"/>
              <a:ext cx="54819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dirty="0">
                  <a:ea typeface="맑은 고딕"/>
                  <a:cs typeface="Calibri"/>
                </a:rPr>
                <a:t>2</a:t>
              </a: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E5378E-A2C5-1152-0AE6-146C3AC67765}"/>
              </a:ext>
            </a:extLst>
          </p:cNvPr>
          <p:cNvSpPr/>
          <p:nvPr/>
        </p:nvSpPr>
        <p:spPr>
          <a:xfrm rot="19080000">
            <a:off x="3481907" y="4533428"/>
            <a:ext cx="888338" cy="4695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7D141A6-ECE9-5E1E-A0D1-0D03FCA5B226}"/>
              </a:ext>
            </a:extLst>
          </p:cNvPr>
          <p:cNvSpPr/>
          <p:nvPr/>
        </p:nvSpPr>
        <p:spPr>
          <a:xfrm rot="3060000">
            <a:off x="2756096" y="4358682"/>
            <a:ext cx="991820" cy="5730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E30F40-D8A6-CA9A-6C3F-79D1BA768DA8}"/>
              </a:ext>
            </a:extLst>
          </p:cNvPr>
          <p:cNvSpPr/>
          <p:nvPr/>
        </p:nvSpPr>
        <p:spPr>
          <a:xfrm>
            <a:off x="101" y="0"/>
            <a:ext cx="1475154" cy="58615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Georgia Pro"/>
                <a:ea typeface="맑은 고딕"/>
                <a:cs typeface="Calibri"/>
              </a:rPr>
              <a:t>정보 UI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2BAA9BB1-35D6-4DBF-3B56-4F57C32DFFBB}"/>
              </a:ext>
            </a:extLst>
          </p:cNvPr>
          <p:cNvSpPr/>
          <p:nvPr/>
        </p:nvSpPr>
        <p:spPr>
          <a:xfrm>
            <a:off x="2563429" y="751385"/>
            <a:ext cx="1178441" cy="363280"/>
          </a:xfrm>
          <a:prstGeom prst="homePlat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 b="1" dirty="0" err="1">
                <a:solidFill>
                  <a:srgbClr val="000000"/>
                </a:solidFill>
                <a:ea typeface="맑은 고딕"/>
                <a:cs typeface="Calibri"/>
              </a:rPr>
              <a:t>Info</a:t>
            </a:r>
            <a:endParaRPr lang="ko-KR" altLang="en-US" sz="1400" b="1" dirty="0" err="1">
              <a:solidFill>
                <a:srgbClr val="000000"/>
              </a:solidFill>
            </a:endParaRP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EE470C62-0323-9700-B117-2419D108E562}"/>
              </a:ext>
            </a:extLst>
          </p:cNvPr>
          <p:cNvSpPr/>
          <p:nvPr/>
        </p:nvSpPr>
        <p:spPr>
          <a:xfrm>
            <a:off x="1664660" y="751385"/>
            <a:ext cx="1178441" cy="363280"/>
          </a:xfrm>
          <a:prstGeom prst="homePlat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  <a:ea typeface="맑은 고딕"/>
                <a:cs typeface="Calibri"/>
              </a:rPr>
              <a:t>Quest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5CF43B8B-2196-C3F7-544F-0EC3DAA7B668}"/>
              </a:ext>
            </a:extLst>
          </p:cNvPr>
          <p:cNvSpPr/>
          <p:nvPr/>
        </p:nvSpPr>
        <p:spPr>
          <a:xfrm>
            <a:off x="743172" y="698222"/>
            <a:ext cx="1178441" cy="363280"/>
          </a:xfrm>
          <a:prstGeom prst="homePlat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rgbClr val="000000"/>
                </a:solidFill>
                <a:ea typeface="맑은 고딕"/>
                <a:cs typeface="Calibri"/>
              </a:rPr>
              <a:t>Map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250AEE-B302-BAA2-7598-256D6AA151A5}"/>
              </a:ext>
            </a:extLst>
          </p:cNvPr>
          <p:cNvSpPr/>
          <p:nvPr/>
        </p:nvSpPr>
        <p:spPr>
          <a:xfrm>
            <a:off x="740528" y="1056297"/>
            <a:ext cx="6115300" cy="557823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C0C0C0"/>
              </a:highlight>
              <a:ea typeface="맑은 고딕"/>
              <a:cs typeface="Calibri"/>
            </a:endParaRPr>
          </a:p>
        </p:txBody>
      </p:sp>
      <p:pic>
        <p:nvPicPr>
          <p:cNvPr id="2" name="그림 3" descr="도표이(가) 표시된 사진&#10;&#10;자동 생성된 설명">
            <a:extLst>
              <a:ext uri="{FF2B5EF4-FFF2-40B4-BE49-F238E27FC236}">
                <a16:creationId xmlns:a16="http://schemas.microsoft.com/office/drawing/2014/main" id="{227FC4CA-7CE4-B0CD-798E-8B6B6912FC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596" y="1435809"/>
            <a:ext cx="5224346" cy="48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8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D89E6A2BCCB14D89FA914CA567859C" ma:contentTypeVersion="4" ma:contentTypeDescription="새 문서를 만듭니다." ma:contentTypeScope="" ma:versionID="d1ec7724190ab98f0f364fc0d540a855">
  <xsd:schema xmlns:xsd="http://www.w3.org/2001/XMLSchema" xmlns:xs="http://www.w3.org/2001/XMLSchema" xmlns:p="http://schemas.microsoft.com/office/2006/metadata/properties" xmlns:ns2="bef2a69c-bde2-4a81-ac8c-1ffe6cc3f6a5" targetNamespace="http://schemas.microsoft.com/office/2006/metadata/properties" ma:root="true" ma:fieldsID="c43413fbb256cb90033e42d4e9106a04" ns2:_="">
    <xsd:import namespace="bef2a69c-bde2-4a81-ac8c-1ffe6cc3f6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2a69c-bde2-4a81-ac8c-1ffe6cc3f6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974FC1-4313-4D1B-A254-CF71EF9CC4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8068AA-0903-406D-99AB-413DA6FC597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95EA10-A5E2-4726-8FD5-FD5417887E7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509</cp:revision>
  <dcterms:created xsi:type="dcterms:W3CDTF">2013-07-15T20:26:40Z</dcterms:created>
  <dcterms:modified xsi:type="dcterms:W3CDTF">2023-04-10T11:34:15Z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0x01010057D89E6A2BCCB14D89FA914CA567859C</vt:lpwstr>
  </property>
</Properties>
</file>